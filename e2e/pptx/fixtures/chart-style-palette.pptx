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2"/>
  <c:chart>
    <c:title>
      <c:tx>
        <c:rich>
          <a:bodyPr/>
          <a:p>
            <a:r>
              <a:t>Style Palette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S1</c:v>
                </c:pt>
              </c:strCache>
            </c:strRef>
          </c:tx>
          <c:invertIfNegative val="0"/>
          <c:cat>
            <c:strRef>
              <c:f>Sheet1!$A$2</c:f>
              <c:strCache>
                <c:ptCount val="1"/>
                <c:pt idx="0">
                  <c:v>Q1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S2</c:v>
                </c:pt>
              </c:strCache>
            </c:strRef>
          </c:tx>
          <c:invertIfNegative val="0"/>
          <c:cat>
            <c:strRef>
              <c:f>Sheet1!$A$2</c:f>
              <c:strCache>
                <c:ptCount val="1"/>
                <c:pt idx="0">
                  <c:v>Q1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S3</c:v>
                </c:pt>
              </c:strCache>
            </c:strRef>
          </c:tx>
          <c:invertIfNegative val="0"/>
          <c:cat>
            <c:strRef>
              <c:f>Sheet1!$A$2</c:f>
              <c:strCache>
                <c:ptCount val="1"/>
                <c:pt idx="0">
                  <c:v>Q1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S4</c:v>
                </c:pt>
              </c:strCache>
            </c:strRef>
          </c:tx>
          <c:invertIfNegative val="0"/>
          <c:cat>
            <c:strRef>
              <c:f>Sheet1!$A$2</c:f>
              <c:strCache>
                <c:ptCount val="1"/>
                <c:pt idx="0">
                  <c:v>Q1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13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S5</c:v>
                </c:pt>
              </c:strCache>
            </c:strRef>
          </c:tx>
          <c:invertIfNegative val="0"/>
          <c:cat>
            <c:strRef>
              <c:f>Sheet1!$A$2</c:f>
              <c:strCache>
                <c:ptCount val="1"/>
                <c:pt idx="0">
                  <c:v>Q1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14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S6</c:v>
                </c:pt>
              </c:strCache>
            </c:strRef>
          </c:tx>
          <c:invertIfNegative val="0"/>
          <c:cat>
            <c:strRef>
              <c:f>Sheet1!$A$2</c:f>
              <c:strCache>
                <c:ptCount val="1"/>
                <c:pt idx="0">
                  <c:v>Q1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15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S7</c:v>
                </c:pt>
              </c:strCache>
            </c:strRef>
          </c:tx>
          <c:invertIfNegative val="0"/>
          <c:cat>
            <c:strRef>
              <c:f>Sheet1!$A$2</c:f>
              <c:strCache>
                <c:ptCount val="1"/>
                <c:pt idx="0">
                  <c:v>Q1</c:v>
                </c:pt>
              </c:strCache>
            </c:strRef>
          </c:cat>
          <c:val>
            <c:numRef>
              <c:f>Sheet1!$H$2</c:f>
              <c:numCache>
                <c:formatCode>General</c:formatCode>
                <c:ptCount val="1"/>
                <c:pt idx="0">
                  <c:v>16</c:v>
                </c:pt>
              </c:numCache>
            </c:numRef>
          </c:val>
        </c:ser>
        <c:gapWidth val="50"/>
        <c:axId val="50010"/>
        <c:axId val="50020"/>
      </c:barChart>
      <c:catAx>
        <c:axId val="5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crossAx val="50010"/>
        <c:crosses val="autoZero"/>
        <c:crossBetween val="between"/>
      </c:valAx>
    </c:plotArea>
    <c:plotVisOnly val="1"/>
    <c:dispBlanksAs val="gap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/>
              <a:t/>
            </a:r>
          </a:p>
        </p:txBody>
      </p:sp>
      <p:graphicFrame>
        <p:nvGraphicFramePr>
          <p:cNvPr id="101" name="Chart 1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E86AB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0</Words>
  <Application>pptx-viewer-sdk</Application>
  <Paragraphs>0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 Style Palette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