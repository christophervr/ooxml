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AlphaModFix Alone"/>
          <p:cNvPicPr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571500" y="571500"/>
            <a:ext cx="1905000" cy="1143000"/>
          </a:xfrm>
          <a:prstGeom prst="rect">
            <a:avLst/>
          </a:prstGeom>
        </p:spPr>
      </p:pic>
      <p:pic>
        <p:nvPicPr>
          <p:cNvPr id="3" name="AlphaModFix Combined"/>
          <p:cNvPicPr/>
          <p:nvPr/>
        </p:nvPicPr>
        <p:blipFill>
          <a:blip r:embed="rId2">
            <a:alphaModFix amt="15000"/>
            <a:biLevel thresh="50000"/>
          </a:blip>
          <a:stretch>
            <a:fillRect/>
          </a:stretch>
        </p:blipFill>
        <p:spPr>
          <a:xfrm>
            <a:off x="3048000" y="571500"/>
            <a:ext cx="1905000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