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"/>
          <p:cNvGraphicFramePr>
            <a:graphicFrameLocks noGrp="1"/>
          </p:cNvGraphicFramePr>
          <p:nvPr/>
        </p:nvGraphicFramePr>
        <p:xfrm>
          <a:off x="508000" y="762000"/>
          <a:ext cx="3810000" cy="1016000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101600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Left line 1 text</a:t>
                      </a:r>
                    </a:p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Left line 2 text</a:t>
                      </a:r>
                    </a:p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Left line 3 text</a:t>
                      </a:r>
                    </a:p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Left line 4 text</a:t>
                      </a:r>
                    </a:p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Left line 5 text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Mid line 1 text</a:t>
                      </a:r>
                    </a:p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Mid line 2 text</a:t>
                      </a:r>
                    </a:p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Mid line 3 text</a:t>
                      </a:r>
                    </a:p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Mid line 4 text</a:t>
                      </a:r>
                    </a:p>
                    <a:p>
                      <a:pPr>
                        <a:lnSpc>
                          <a:spcPts val="1100"/>
                        </a:lnSpc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•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/>
                        </a:rPr>
                        <a:t> Mid line 5 text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" name="Box"/>
          <p:cNvSpPr txBox="1"/>
          <p:nvPr/>
        </p:nvSpPr>
        <p:spPr>
          <a:xfrm>
            <a:off x="4826000" y="762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000000"/>
                </a:solidFill>
                <a:latin typeface="Arial"/>
              </a:rPr>
              <a:t> Box line 1 text</a:t>
            </a:r>
          </a:p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000000"/>
                </a:solidFill>
                <a:latin typeface="Arial"/>
              </a:rPr>
              <a:t> Box line 2 text</a:t>
            </a:r>
          </a:p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000000"/>
                </a:solidFill>
                <a:latin typeface="Arial"/>
              </a:rPr>
              <a:t> Box line 3 text</a:t>
            </a:r>
          </a:p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000000"/>
                </a:solidFill>
                <a:latin typeface="Arial"/>
              </a:rPr>
              <a:t> Box line 4 text</a:t>
            </a:r>
          </a:p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000000"/>
                </a:solidFill>
                <a:latin typeface="Arial"/>
              </a:rPr>
              <a:t> Box line 5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Fixed Line Spacing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