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d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ber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erBar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mber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erBar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Slide 1</a:t>
            </a:r>
          </a:p>
        </p:txBody>
      </p:sp>
      <p:sp>
        <p:nvSpPr>
          <p:cNvPr id="3" name="AccentShape"/>
          <p:cNvSpPr/>
          <p:nvPr/>
        </p:nvSpPr>
        <p:spPr>
          <a:xfrm>
            <a:off x="3810000" y="2381250"/>
            <a:ext cx="4572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Slide 2</a:t>
            </a:r>
          </a:p>
        </p:txBody>
      </p:sp>
      <p:sp>
        <p:nvSpPr>
          <p:cNvPr id="3" name="AccentShape"/>
          <p:cNvSpPr/>
          <p:nvPr/>
        </p:nvSpPr>
        <p:spPr>
          <a:xfrm>
            <a:off x="3810000" y="2381250"/>
            <a:ext cx="4572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>
                <a:solidFill>
                  <a:schemeClr val="tx1"/>
                </a:solidFill>
                <a:latin typeface="+mj-lt"/>
              </a:rPr>
              <a:t>Slide 3</a:t>
            </a:r>
          </a:p>
        </p:txBody>
      </p:sp>
      <p:sp>
        <p:nvSpPr>
          <p:cNvPr id="3" name="AccentShape"/>
          <p:cNvSpPr/>
          <p:nvPr/>
        </p:nvSpPr>
        <p:spPr>
          <a:xfrm>
            <a:off x="3810000" y="2381250"/>
            <a:ext cx="4572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ide">
  <a:themeElements>
    <a:clrScheme name="Tide">
      <a:dk1>
        <a:srgbClr val="000000"/>
      </a:dk1>
      <a:lt1>
        <a:srgbClr val="FFFFFF"/>
      </a:lt1>
      <a:dk2>
        <a:srgbClr val="17324D"/>
      </a:dk2>
      <a:lt2>
        <a:srgbClr val="E4EEF5"/>
      </a:lt2>
      <a:accent1>
        <a:srgbClr val="1F6FB2"/>
      </a:accent1>
      <a:accent2>
        <a:srgbClr val="2A9D8F"/>
      </a:accent2>
      <a:accent3>
        <a:srgbClr val="8AB17D"/>
      </a:accent3>
      <a:accent4>
        <a:srgbClr val="E9C46A"/>
      </a:accent4>
      <a:accent5>
        <a:srgbClr val="6C5B7B"/>
      </a:accent5>
      <a:accent6>
        <a:srgbClr val="355070"/>
      </a:accent6>
      <a:hlink>
        <a:srgbClr val="0B5394"/>
      </a:hlink>
      <a:folHlink>
        <a:srgbClr val="674EA7"/>
      </a:folHlink>
    </a:clrScheme>
    <a:fontScheme name="Tid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Ti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ber">
  <a:themeElements>
    <a:clrScheme name="Ember">
      <a:dk1>
        <a:srgbClr val="000000"/>
      </a:dk1>
      <a:lt1>
        <a:srgbClr val="FFFFFF"/>
      </a:lt1>
      <a:dk2>
        <a:srgbClr val="4A1C14"/>
      </a:dk2>
      <a:lt2>
        <a:srgbClr val="FBEDE7"/>
      </a:lt2>
      <a:accent1>
        <a:srgbClr val="C0392B"/>
      </a:accent1>
      <a:accent2>
        <a:srgbClr val="E67E22"/>
      </a:accent2>
      <a:accent3>
        <a:srgbClr val="F1C40F"/>
      </a:accent3>
      <a:accent4>
        <a:srgbClr val="7D3C98"/>
      </a:accent4>
      <a:accent5>
        <a:srgbClr val="A04000"/>
      </a:accent5>
      <a:accent6>
        <a:srgbClr val="641E16"/>
      </a:accent6>
      <a:hlink>
        <a:srgbClr val="B03A2E"/>
      </a:hlink>
      <a:folHlink>
        <a:srgbClr val="884EA0"/>
      </a:folHlink>
    </a:clrScheme>
    <a:fontScheme name="Ember">
      <a:majorFont>
        <a:latin typeface="Courier New"/>
        <a:ea typeface=""/>
        <a:cs typeface=""/>
      </a:majorFont>
      <a:minorFont>
        <a:latin typeface="Arial"/>
        <a:ea typeface=""/>
        <a:cs typeface=""/>
      </a:minorFont>
    </a:fontScheme>
    <a:fmtScheme name="Emb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