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Described Picture" descr="A wireframe globe icon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1905000" cy="1143000"/>
          </a:xfrm>
          <a:prstGeom prst="rect">
            <a:avLst/>
          </a:prstGeom>
        </p:spPr>
      </p:pic>
      <p:pic>
        <p:nvPicPr>
          <p:cNvPr id="3" name="Decorative Pictu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0" y="571500"/>
            <a:ext cx="1905000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