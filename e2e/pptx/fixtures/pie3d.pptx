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charts/chart1.xml" ContentType="application/vnd.openxmlformats-officedocument.drawingml.chart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view3D>
      <c:rotX val="30"/>
      <c:rotY val="0"/>
    </c:view3D>
    <c:plotArea>
      <c:layout/>
      <c:pie3D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</c:pie3DChart>
    </c:plotArea>
    <c:legend>
      <c:legendPos val="b"/>
      <c:overlay val="0"/>
    </c:legend>
    <c:plotVisOnly val="1"/>
  </c:chart>
</c:chartSpace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7.xml"></Relationship><Relationship Id="rId100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/>
              <a:t/>
            </a:r>
          </a:p>
        </p:txBody>
      </p:sp>
      <p:graphicFrame>
        <p:nvGraphicFramePr>
          <p:cNvPr id="200" name="Pie3D"/>
          <p:cNvGraphicFramePr/>
          <p:nvPr/>
        </p:nvGraphicFramePr>
        <p:xfrm>
          <a:off x="571500" y="571500"/>
          <a:ext cx="5715000" cy="4762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0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Words>0</Words>
  <Application>pptx-viewer-sdk</Application>
  <Paragraphs>0</Paragraphs>
  <Slides>1</Slides>
  <Notes>0</Notes>
  <HiddenSlides>0</HiddenSlide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Pie3D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