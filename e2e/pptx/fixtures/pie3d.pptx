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view3D>
      <c:rotX val="30"/>
      <c:rotY val="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3DChart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Pie3D"/>
          <p:cNvGraphicFramePr/>
          <p:nvPr/>
        </p:nvGraphicFramePr>
        <p:xfrm>
          <a:off x="571500" y="571500"/>
          <a:ext cx="5715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Pie3D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