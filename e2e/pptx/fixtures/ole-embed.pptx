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Default Extension="pdf" ContentType="application/pdf"/>
  <Default Extension="png" ContentType="image/png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trTitle Placeholder 1"/>
          <p:cNvSpPr>
            <a:spLocks noGrp="1"/>
          </p:cNvSpPr>
          <p:nvPr>
            <p:ph type="ctrTitle" idx="0"/>
          </p:nvPr>
        </p:nvSpPr>
        <p:spPr>
          <a:xfrm>
            <a:off x="975360" y="1645920"/>
            <a:ext cx="10241280" cy="150876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Placeholder 2"/>
          <p:cNvSpPr>
            <a:spLocks noGrp="1"/>
          </p:cNvSpPr>
          <p:nvPr>
            <p:ph type="subTitle" idx="1"/>
          </p:nvPr>
        </p:nvSpPr>
        <p:spPr>
          <a:xfrm>
            <a:off x="1463040" y="3360420"/>
            <a:ext cx="9265920" cy="13716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537460"/>
            <a:ext cx="10972800" cy="13716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Body Placeholder 2"/>
          <p:cNvSpPr>
            <a:spLocks noGrp="1"/>
          </p:cNvSpPr>
          <p:nvPr>
            <p:ph type="body" idx="1"/>
          </p:nvPr>
        </p:nvSpPr>
        <p:spPr>
          <a:xfrm>
            <a:off x="609600" y="4114800"/>
            <a:ext cx="10972800" cy="15773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Obj Placeholder 3"/>
          <p:cNvSpPr>
            <a:spLocks noGrp="1"/>
          </p:cNvSpPr>
          <p:nvPr>
            <p:ph type="obj" idx="2"/>
          </p:nvPr>
        </p:nvSpPr>
        <p:spPr>
          <a:xfrm>
            <a:off x="633984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Obj Placeholder 3"/>
          <p:cNvSpPr>
            <a:spLocks noGrp="1"/>
          </p:cNvSpPr>
          <p:nvPr>
            <p:ph type="obj" idx="2"/>
          </p:nvPr>
        </p:nvSpPr>
        <p:spPr>
          <a:xfrm>
            <a:off x="633984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Body Placeholder 4"/>
          <p:cNvSpPr>
            <a:spLocks noGrp="1"/>
          </p:cNvSpPr>
          <p:nvPr>
            <p:ph type="body" idx="3"/>
          </p:nvPr>
        </p:nvSpPr>
        <p:spPr>
          <a:xfrm>
            <a:off x="609600" y="1371600"/>
            <a:ext cx="5242560" cy="4800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Body Placeholder 5"/>
          <p:cNvSpPr>
            <a:spLocks noGrp="1"/>
          </p:cNvSpPr>
          <p:nvPr>
            <p:ph type="body" idx="4"/>
          </p:nvPr>
        </p:nvSpPr>
        <p:spPr>
          <a:xfrm>
            <a:off x="6339840" y="1371600"/>
            <a:ext cx="5242560" cy="4800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t Placeholder 6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Ftr Placeholder 7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dNum Placeholder 8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t Placeholder 2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tr Placeholder 3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dNum Placeholder 4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4389120" y="1577340"/>
            <a:ext cx="719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Body Placeholder 3"/>
          <p:cNvSpPr>
            <a:spLocks noGrp="1"/>
          </p:cNvSpPr>
          <p:nvPr>
            <p:ph type="body" idx="2"/>
          </p:nvPr>
        </p:nvSpPr>
        <p:spPr>
          <a:xfrm>
            <a:off x="609600" y="1577340"/>
            <a:ext cx="329184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Pic Placeholder 2"/>
          <p:cNvSpPr>
            <a:spLocks noGrp="1"/>
          </p:cNvSpPr>
          <p:nvPr>
            <p:ph type="pic" idx="1"/>
          </p:nvPr>
        </p:nvSpPr>
        <p:spPr>
          <a:xfrm>
            <a:off x="4389120" y="1577340"/>
            <a:ext cx="719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Body Placeholder 3"/>
          <p:cNvSpPr>
            <a:spLocks noGrp="1"/>
          </p:cNvSpPr>
          <p:nvPr>
            <p:ph type="body" idx="2"/>
          </p:nvPr>
        </p:nvSpPr>
        <p:spPr>
          <a:xfrm>
            <a:off x="609600" y="1577340"/>
            <a:ext cx="329184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oleObject" Target="../embeddings/oleObject1.pdf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Report"/>
          <p:cNvGraphicFramePr/>
          <p:nvPr/>
        </p:nvGraphicFramePr>
        <p:xfrm>
          <a:off x="571500" y="571500"/>
          <a:ext cx="3048000" cy="1905000"/>
        </p:xfrm>
        <a:graphic>
          <a:graphicData uri="http://schemas.openxmlformats.org/presentationml/2006/ole">
            <p:oleObj progId="AcroExch.Document.11" name="Report" showAsIcon="0" r:id="rId2" imgW="3048000" imgH="1905000">
              <p:embed/>
              <p:pic>
                <p:nvPicPr>
                  <p:cNvPr id="0" name="Picture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571500" y="571500"/>
                    <a:ext cx="3048000" cy="1905000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Words>0</Words>
  <Application>pptx-viewer-sdk</Application>
  <Paragraphs>0</Paragraphs>
  <Slides>1</Slides>
  <Notes>0</Notes>
  <HiddenSlides>0</HiddenSlide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OLE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