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Relationship Id="rId7" Type="http://schemas.openxmlformats.org/officeDocument/2006/relationships/slide" Target="slides/slide2.xml"></Relationship><Relationship Id="rId8" Type="http://schemas.openxmlformats.org/officeDocument/2006/relationships/slide" Target="slides/slide3.xml"></Relationship><Relationship Id="rId9" Type="http://schemas.openxmlformats.org/officeDocument/2006/relationships/slide" Target="slides/slide4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Slide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Transition Target</a:t>
            </a:r>
          </a:p>
        </p:txBody>
      </p:sp>
    </p:spTree>
  </p:cSld>
  <p:clrMapOvr>
    <a:masterClrMapping/>
  </p:clrMapOvr>
  <p:transition p14:dur="6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ptx="http://schemas.pptx.ai/pptx/editor-meta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Animated Slide</a:t>
            </a:r>
          </a:p>
        </p:txBody>
      </p:sp>
      <p:sp>
        <p:nvSpPr>
          <p:cNvPr id="2" name="Rectangle 4"/>
          <p:cNvSpPr txBox="0"/>
          <p:nvPr/>
        </p:nvSpPr>
        <p:spPr>
          <a:xfrm>
            <a:off x="1143000" y="2095500"/>
            <a:ext cx="2857500" cy="1428750"/>
          </a:xfrm>
          <a:prstGeom prst="rect">
            <a:avLst/>
          </a:prstGeom>
          <a:solidFill>
            <a:srgbClr val="4472C4"/>
          </a:solidFill>
        </p:spPr>
        <p:txBody>
          <a:bodyPr wrap="square"/>
          <a:lstStyle/>
          <a:p>
            <a:r>
              <a:rPr lang="en-US" sz="1800" b="1" dirty="0">
                <a:solidFill>
                  <a:srgbClr val="FFFFFF"/>
                </a:solidFill>
              </a:rPr>
              <a:t>ANIMATE ME</a:t>
            </a:r>
          </a:p>
        </p:txBody>
      </p:sp>
    </p:spTree>
  </p:cSld>
  <p:clrMapOvr>
    <a:masterClrMapping/>
  </p:clrMapOvr>
  <p:timing>
    <p:tnLst>
      <p:par>
        <p:cTn id="6" dur="indefinite" restart="never" nodeType="tmRoot">
          <p:childTnLst>
            <p:seq concurrent="1" nextAc="seek">
              <p:cTn id="7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10" presetClass="entr" presetSubtype="0" fill="hold" nodeType="clickEffect" dur="500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extLst>
      <p:ext uri="{4F2D8E71-9C3A-4B16-A5D8-7E0B2C6F91A3}">
        <pptx:editorTiming xmlns:pptx="http://schemas.pptx.ai/pptx/editor-meta" owned="2:entr"/>
      </p:ext>
    </p:extLst>
  </p:timing>
  <p:extLst>
    <p:ext uri="{A6F62C1B-B45C-4E8A-8B0A-1B3E5F8C8D4A}">
      <pptx:editorMeta>
        <pptx:animations>
          <pptx:animation elementId="2" entrance="fadeIn" durationMs="500" delayMs="0" trigger="onClick"/>
        </pptx:animations>
      </pptx:editorMeta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End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10</Words>
  <Application>pptx-viewer-sdk</Application>
  <Paragraphs>5</Paragraphs>
  <Slides>4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Transitions &amp; Animations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