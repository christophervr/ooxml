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yWords"/>
          <p:cNvSpPr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lang="ja-JP" sz="2400" u="words" dirty="0">
                <a:latin typeface="Arial"/>
              </a:rPr>
              <a:ruby>
                <a:rubyPr algn="ctr" hps="1200"/>
                <a:rt>
                  <a:r>
                    <a:rPr lang="ja-JP" sz="1200"/>
                    <a:t>あるふぁべと</a:t>
                  </a:r>
                </a:rt>
                <a:rubyBase>
                  <a:r>
                    <a:rPr lang="en-US" sz="2400" u="words" dirty="0">
                      <a:latin typeface="Arial"/>
                    </a:rPr>
                    <a:t>ALFA BETO</a:t>
                  </a:r>
                </a:rubyBase>
              </a:ruby>
            </a:r>
          </a:p>
        </p:txBody>
      </p:sp>
      <p:sp>
        <p:nvSpPr>
          <p:cNvPr id="3" name="TabWords"/>
          <p:cNvSpPr/>
          <p:nvPr/>
        </p:nvSpPr>
        <p:spPr>
          <a:xfrm>
            <a:off x="457200" y="1600200"/>
            <a:ext cx="4572000" cy="9144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tabLst>
                <a:tab pos="2743200" algn="l"/>
              </a:tabLst>
            </a:pPr>
            <a:r>
              <a:rPr lang="en-US" sz="2400" u="words" dirty="0">
                <a:latin typeface="Arial"/>
              </a:rPr>
              <a:t>GAMA DELTO	EPSI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Application>pptx-viewer-sdk</Application>
  <Paragraphs>0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Underline Words (ruby + tab)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