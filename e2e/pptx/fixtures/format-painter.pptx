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952500" y="952500"/>
            <a:ext cx="1905000" cy="1428750"/>
          </a:xfrm>
          <a:prstGeom prst="rect">
            <a:avLst/>
          </a:prstGeom>
          <a:solidFill>
            <a:srgbClr val="FF0000"/>
          </a:solidFill>
          <a:ln w="28575">
            <a:solidFill>
              <a:srgbClr val="001F3F"/>
            </a:solidFill>
          </a:ln>
        </p:spPr>
        <p:txBody>
          <a:bodyPr wrap="square"/>
          <a:lstStyle/>
          <a:p>
            <a:r>
              <a:rPr lang="en-US" sz="2100" b="1" dirty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" name="Rectangle 2"/>
          <p:cNvSpPr txBox="0"/>
          <p:nvPr/>
        </p:nvSpPr>
        <p:spPr>
          <a:xfrm>
            <a:off x="4762500" y="952500"/>
            <a:ext cx="1905000" cy="1428750"/>
          </a:xfrm>
          <a:prstGeom prst="rect">
            <a:avLst/>
          </a:prstGeom>
          <a:solidFill>
            <a:srgbClr val="CCCCCC"/>
          </a:solidFill>
        </p:spPr>
        <p:txBody>
          <a:bodyPr wrap="square"/>
          <a:lstStyle/>
          <a:p>
            <a:r>
              <a:rPr lang="en-US" dirty="0"/>
              <a:t>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2</Words>
  <Application>pptx-viewer-sdk</Application>
  <Paragraphs>2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 Painter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