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p14="http://schemas.microsoft.com/office/powerpoint/2010/main" xmlns:p15="http://schemas.microsoft.com/office/powerpoint/2012/main" saveSubsetFonts="1">
  <p:sldMasterIdLst>
    <p:sldMasterId id="2147483648" r:id="rId1"/>
  </p:sldMasterIdLst>
  <p:sldIdLst>
    <p:sldId id="256" r:id="rId6"/>
  </p:sldIdLst>
  <p:sldSz cx="12192000" cy="6858000"/>
  <p:notesSz cx="6858000" cy="12192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>
      <p:cViewPr varScale="1">
        <p:scale>
          <a:sx n="100" d="100"/>
          <a:sy n="100" d="100"/>
        </p:scale>
        <p:origin x="0" y="0"/>
      </p:cViewPr>
    </p:cSldViewPr>
  </p:slideViewPr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></Relationship><Relationship Id="rId2" Type="http://schemas.openxmlformats.org/officeDocument/2006/relationships/theme" Target="theme/theme1.xml"></Relationship><Relationship Id="rId3" Type="http://schemas.openxmlformats.org/officeDocument/2006/relationships/presProps" Target="presProps.xml"></Relationship><Relationship Id="rId4" Type="http://schemas.openxmlformats.org/officeDocument/2006/relationships/viewProps" Target="viewProps.xml"></Relationship><Relationship Id="rId5" Type="http://schemas.openxmlformats.org/officeDocument/2006/relationships/tableStyles" Target="tableStyles.xml"></Relationship><Relationship Id="rId6" Type="http://schemas.openxmlformats.org/officeDocument/2006/relationships/slide" Target="slides/slide1.xml"></Relationship>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2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3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4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5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6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7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8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9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10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1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trTitle Placeholder 1"/>
          <p:cNvSpPr>
            <a:spLocks noGrp="1"/>
          </p:cNvSpPr>
          <p:nvPr>
            <p:ph type="ctrTitle" idx="0"/>
          </p:nvPr>
        </p:nvSpPr>
        <p:spPr>
          <a:xfrm>
            <a:off x="975360" y="1645920"/>
            <a:ext cx="10241280" cy="150876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SubTitle Placeholder 2"/>
          <p:cNvSpPr>
            <a:spLocks noGrp="1"/>
          </p:cNvSpPr>
          <p:nvPr>
            <p:ph type="subTitle" idx="1"/>
          </p:nvPr>
        </p:nvSpPr>
        <p:spPr>
          <a:xfrm>
            <a:off x="1463040" y="3360420"/>
            <a:ext cx="9265920" cy="137160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t Placeholder 3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Ftr Placeholder 4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dNum Placeholder 5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idx="0"/>
          </p:nvPr>
        </p:nvSpPr>
        <p:spPr>
          <a:xfrm>
            <a:off x="609600" y="274320"/>
            <a:ext cx="10972800" cy="10287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Obj Placeholder 2"/>
          <p:cNvSpPr>
            <a:spLocks noGrp="1"/>
          </p:cNvSpPr>
          <p:nvPr>
            <p:ph type="obj" idx="1"/>
          </p:nvPr>
        </p:nvSpPr>
        <p:spPr>
          <a:xfrm>
            <a:off x="609600" y="1577340"/>
            <a:ext cx="10972800" cy="438912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t Placeholder 3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Ftr Placeholder 4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dNum Placeholder 5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idx="0"/>
          </p:nvPr>
        </p:nvSpPr>
        <p:spPr>
          <a:xfrm>
            <a:off x="609600" y="2537460"/>
            <a:ext cx="10972800" cy="13716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Body Placeholder 2"/>
          <p:cNvSpPr>
            <a:spLocks noGrp="1"/>
          </p:cNvSpPr>
          <p:nvPr>
            <p:ph type="body" idx="1"/>
          </p:nvPr>
        </p:nvSpPr>
        <p:spPr>
          <a:xfrm>
            <a:off x="609600" y="4114800"/>
            <a:ext cx="10972800" cy="157734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t Placeholder 3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Ftr Placeholder 4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dNum Placeholder 5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idx="0"/>
          </p:nvPr>
        </p:nvSpPr>
        <p:spPr>
          <a:xfrm>
            <a:off x="609600" y="274320"/>
            <a:ext cx="10972800" cy="10287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Obj Placeholder 2"/>
          <p:cNvSpPr>
            <a:spLocks noGrp="1"/>
          </p:cNvSpPr>
          <p:nvPr>
            <p:ph type="obj" idx="1"/>
          </p:nvPr>
        </p:nvSpPr>
        <p:spPr>
          <a:xfrm>
            <a:off x="609600" y="1851660"/>
            <a:ext cx="5242560" cy="411480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Obj Placeholder 3"/>
          <p:cNvSpPr>
            <a:spLocks noGrp="1"/>
          </p:cNvSpPr>
          <p:nvPr>
            <p:ph type="obj" idx="2"/>
          </p:nvPr>
        </p:nvSpPr>
        <p:spPr>
          <a:xfrm>
            <a:off x="6339840" y="1851660"/>
            <a:ext cx="5242560" cy="411480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t Placeholder 4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Ftr Placeholder 5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dNum Placeholder 6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idx="0"/>
          </p:nvPr>
        </p:nvSpPr>
        <p:spPr>
          <a:xfrm>
            <a:off x="609600" y="274320"/>
            <a:ext cx="10972800" cy="10287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Obj Placeholder 2"/>
          <p:cNvSpPr>
            <a:spLocks noGrp="1"/>
          </p:cNvSpPr>
          <p:nvPr>
            <p:ph type="obj" idx="1"/>
          </p:nvPr>
        </p:nvSpPr>
        <p:spPr>
          <a:xfrm>
            <a:off x="609600" y="1851660"/>
            <a:ext cx="5242560" cy="411480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Obj Placeholder 3"/>
          <p:cNvSpPr>
            <a:spLocks noGrp="1"/>
          </p:cNvSpPr>
          <p:nvPr>
            <p:ph type="obj" idx="2"/>
          </p:nvPr>
        </p:nvSpPr>
        <p:spPr>
          <a:xfrm>
            <a:off x="6339840" y="1851660"/>
            <a:ext cx="5242560" cy="411480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Body Placeholder 4"/>
          <p:cNvSpPr>
            <a:spLocks noGrp="1"/>
          </p:cNvSpPr>
          <p:nvPr>
            <p:ph type="body" idx="3"/>
          </p:nvPr>
        </p:nvSpPr>
        <p:spPr>
          <a:xfrm>
            <a:off x="609600" y="1371600"/>
            <a:ext cx="5242560" cy="48006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Body Placeholder 5"/>
          <p:cNvSpPr>
            <a:spLocks noGrp="1"/>
          </p:cNvSpPr>
          <p:nvPr>
            <p:ph type="body" idx="4"/>
          </p:nvPr>
        </p:nvSpPr>
        <p:spPr>
          <a:xfrm>
            <a:off x="6339840" y="1371600"/>
            <a:ext cx="5242560" cy="48006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Dt Placeholder 6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8" name="Ftr Placeholder 7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dNum Placeholder 8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idx="0"/>
          </p:nvPr>
        </p:nvSpPr>
        <p:spPr>
          <a:xfrm>
            <a:off x="609600" y="274320"/>
            <a:ext cx="10972800" cy="10287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Dt Placeholder 2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Ftr Placeholder 3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dNum Placeholder 4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mc="http://schemas.openxmlformats.org/markup-compatibility/2006"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10" name="LayoutMceChoiceShape"/>
              <p:cNvSpPr/>
              <p:nvPr/>
            </p:nvSpPr>
            <p:spPr>
              <a:xfrm>
                <a:off x="2743200" y="5029200"/>
                <a:ext cx="914400" cy="457200"/>
              </a:xfrm>
              <a:prstGeom prst="rect">
                <a:avLst/>
              </a:prstGeom>
              <a:solidFill>
                <a:srgbClr val="70AD47"/>
              </a:solidFill>
            </p:spPr>
            <p:txBody>
              <a:bodyPr/>
              <a:lstStyle/>
              <a:p>
                <a:r>
                  <a:rPr lang="en-US"/>
                  <a:t>LayoutMceChoiceShape</a:t>
                </a:r>
              </a:p>
            </p:txBody>
          </p:sp>
        </mc:Choice>
        <mc:Fallback>
          <p:sp>
            <p:nvSpPr>
              <p:cNvPr id="210" name="LayoutMceFallbackShape"/>
              <p:cNvSpPr/>
              <p:nvPr/>
            </p:nvSpPr>
            <p:spPr>
              <a:xfrm>
                <a:off x="2743200" y="5029200"/>
                <a:ext cx="914400" cy="457200"/>
              </a:xfrm>
              <a:prstGeom prst="rect">
                <a:avLst/>
              </a:prstGeom>
              <a:solidFill>
                <a:srgbClr val="A5A5A5"/>
              </a:solidFill>
            </p:spPr>
            <p:txBody>
              <a:bodyPr/>
              <a:lstStyle/>
              <a:p>
                <a:r>
                  <a:rPr lang="en-US"/>
                  <a:t>LayoutMceFallbackShape</a:t>
                </a:r>
              </a:p>
            </p:txBody>
          </p:sp>
        </mc:Fallback>
      </mc:AlternateContent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idx="0"/>
          </p:nvPr>
        </p:nvSpPr>
        <p:spPr>
          <a:xfrm>
            <a:off x="609600" y="274320"/>
            <a:ext cx="10972800" cy="10287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Obj Placeholder 2"/>
          <p:cNvSpPr>
            <a:spLocks noGrp="1"/>
          </p:cNvSpPr>
          <p:nvPr>
            <p:ph type="obj" idx="1"/>
          </p:nvPr>
        </p:nvSpPr>
        <p:spPr>
          <a:xfrm>
            <a:off x="4389120" y="1577340"/>
            <a:ext cx="7193280" cy="438912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Body Placeholder 3"/>
          <p:cNvSpPr>
            <a:spLocks noGrp="1"/>
          </p:cNvSpPr>
          <p:nvPr>
            <p:ph type="body" idx="2"/>
          </p:nvPr>
        </p:nvSpPr>
        <p:spPr>
          <a:xfrm>
            <a:off x="609600" y="1577340"/>
            <a:ext cx="3291840" cy="438912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t Placeholder 4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Ftr Placeholder 5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dNum Placeholder 6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idx="0"/>
          </p:nvPr>
        </p:nvSpPr>
        <p:spPr>
          <a:xfrm>
            <a:off x="609600" y="274320"/>
            <a:ext cx="10972800" cy="10287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Pic Placeholder 2"/>
          <p:cNvSpPr>
            <a:spLocks noGrp="1"/>
          </p:cNvSpPr>
          <p:nvPr>
            <p:ph type="pic" idx="1"/>
          </p:nvPr>
        </p:nvSpPr>
        <p:spPr>
          <a:xfrm>
            <a:off x="4389120" y="1577340"/>
            <a:ext cx="7193280" cy="438912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Body Placeholder 3"/>
          <p:cNvSpPr>
            <a:spLocks noGrp="1"/>
          </p:cNvSpPr>
          <p:nvPr>
            <p:ph type="body" idx="2"/>
          </p:nvPr>
        </p:nvSpPr>
        <p:spPr>
          <a:xfrm>
            <a:off x="609600" y="1577340"/>
            <a:ext cx="3291840" cy="438912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t Placeholder 4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Ftr Placeholder 5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dNum Placeholder 6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idx="0"/>
          </p:nvPr>
        </p:nvSpPr>
        <p:spPr>
          <a:xfrm>
            <a:off x="609600" y="274320"/>
            <a:ext cx="10972800" cy="10287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Obj Placeholder 2"/>
          <p:cNvSpPr>
            <a:spLocks noGrp="1"/>
          </p:cNvSpPr>
          <p:nvPr>
            <p:ph type="obj" idx="1"/>
          </p:nvPr>
        </p:nvSpPr>
        <p:spPr>
          <a:xfrm>
            <a:off x="609600" y="1577340"/>
            <a:ext cx="10972800" cy="438912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t Placeholder 3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Ftr Placeholder 4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dNum Placeholder 5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idx="0"/>
          </p:nvPr>
        </p:nvSpPr>
        <p:spPr>
          <a:xfrm>
            <a:off x="609600" y="274320"/>
            <a:ext cx="10972800" cy="10287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Obj Placeholder 2"/>
          <p:cNvSpPr>
            <a:spLocks noGrp="1"/>
          </p:cNvSpPr>
          <p:nvPr>
            <p:ph type="obj" idx="1"/>
          </p:nvPr>
        </p:nvSpPr>
        <p:spPr>
          <a:xfrm>
            <a:off x="609600" y="1577340"/>
            <a:ext cx="10972800" cy="438912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t Placeholder 3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Ftr Placeholder 4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dNum Placeholder 5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slideLayout" Target="../slideLayouts/slideLayout2.xml"/>
  <Relationship Id="rId3" Type="http://schemas.openxmlformats.org/officeDocument/2006/relationships/slideLayout" Target="../slideLayouts/slideLayout3.xml"/>
  <Relationship Id="rId4" Type="http://schemas.openxmlformats.org/officeDocument/2006/relationships/slideLayout" Target="../slideLayouts/slideLayout4.xml"/>
  <Relationship Id="rId5" Type="http://schemas.openxmlformats.org/officeDocument/2006/relationships/slideLayout" Target="../slideLayouts/slideLayout5.xml"/>
  <Relationship Id="rId6" Type="http://schemas.openxmlformats.org/officeDocument/2006/relationships/slideLayout" Target="../slideLayouts/slideLayout6.xml"/>
  <Relationship Id="rId7" Type="http://schemas.openxmlformats.org/officeDocument/2006/relationships/slideLayout" Target="../slideLayouts/slideLayout7.xml"/>
  <Relationship Id="rId8" Type="http://schemas.openxmlformats.org/officeDocument/2006/relationships/slideLayout" Target="../slideLayouts/slideLayout8.xml"/>
  <Relationship Id="rId9" Type="http://schemas.openxmlformats.org/officeDocument/2006/relationships/slideLayout" Target="../slideLayouts/slideLayout9.xml"/>
  <Relationship Id="rId10" Type="http://schemas.openxmlformats.org/officeDocument/2006/relationships/slideLayout" Target="../slideLayouts/slideLayout10.xml"/>
  <Relationship Id="rId11" Type="http://schemas.openxmlformats.org/officeDocument/2006/relationships/slideLayout" Target="../slideLayouts/slideLayout11.xml"/>
  <Relationship Id="rId1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spcBef>
          <a:spcPct val="0"/>
        </a:spcBef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</p:bodyStyle>
    <p:otherStyle>
      <a:defPPr>
        <a:defRPr lang="en-US"/>
      </a:defPPr>
    </p:otherStyle>
  </p:txStyles>
</p:sldMaster>
</file>

<file path=ppt/slides/_rels/slide1.xml.rels><Relationships xmlns="http://schemas.openxmlformats.org/package/2006/relationships"><Relationship Id="rId1" Type="http://schemas.openxmlformats.org/officeDocument/2006/relationships/slideLayout" Target="../slideLayouts/slideLayout7.xml"></Relationship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 txBox="0"/>
          <p:nvPr/>
        </p:nvSpPr>
        <p:spPr>
          <a:xfrm>
            <a:off x="571500" y="571500"/>
            <a:ext cx="1905000" cy="1143000"/>
          </a:xfrm>
          <a:prstGeom prst="rect">
            <a:avLst/>
          </a:prstGeom>
          <a:solidFill>
            <a:srgbClr val="4472C4"/>
          </a:solidFill>
        </p:spPr>
        <p:txBody>
          <a:bodyPr wrap="square"/>
          <a:lstStyle/>
          <a:p>
            <a:r>
              <a:rPr lang="en-US" dirty="0">
                <a:solidFill>
                  <a:srgbClr val="FFFFFF"/>
                </a:solidFill>
              </a:rPr>
              <a:t>SLIDE-SHAPE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Words>1</Words>
  <Application>pptx-viewer-sdk</Application>
  <Paragraphs>1</Paragraphs>
  <Slides>1</Slides>
  <Notes>0</Notes>
  <HiddenSlides>0</HiddenSlides>
  <ScaleCrop>false</ScaleCrop>
  <LinksUpToDate>false</LinksUpToDate>
  <SharedDoc>false</SharedDoc>
  <HyperlinksChanged>false</HyperlinksChanged>
  <AppVersion>1.0000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 MCE Fixture</dc:title>
  <dc:creator>pptx-viewer-sdk</dc:creator>
  <cp:lastModifiedBy>pptx-viewer-sdk</cp:lastModifiedBy>
  <cp:revision>2</cp:revision>
  <dcterms:created xsi:type="dcterms:W3CDTF">2000-01-01T00:00:00Z</dcterms:created>
  <dcterms:modified xsi:type="dcterms:W3CDTF">2000-01-01T00:00:00Z</dcterms:modified>
</cp:coreProperties>
</file>