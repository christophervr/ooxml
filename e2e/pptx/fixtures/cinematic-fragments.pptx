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Base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Vortex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vortex xmlns:p14="http://schemas.microsoft.com/office/powerpoint/2010/main" dir="l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Honeycomb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honeycomb xmlns:p14="http://schemas.microsoft.com/office/powerpoint/2010/main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Glitter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glitter xmlns:p14="http://schemas.microsoft.com/office/powerpoint/2010/main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5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Shred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800">
        <p14:shred xmlns:p14="http://schemas.microsoft.com/office/powerpoint/2010/main" dir="in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6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Fracture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fracture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7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Curtains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curtains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8"/>
          <p:cNvSpPr txBox="1"/>
          <p:nvPr/>
        </p:nvSpPr>
        <p:spPr>
          <a:xfrm>
            <a:off x="571500" y="571500"/>
            <a:ext cx="5715000" cy="762000"/>
          </a:xfrm>
          <a:prstGeom prst="rect">
            <a:avLst/>
          </a:prstGeom>
        </p:spPr>
        <p:txBody>
          <a:bodyPr wrap="square"/>
          <a:lstStyle/>
          <a:p>
            <a:r>
              <a:rPr lang="en-US" sz="2400" b="1" dirty="0"/>
              <a:t>Airplane Slide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Requires="p15">
      <p:transition p14:dur="1800">
        <p15:prstTrans xmlns:p15="http://schemas.microsoft.com/office/powerpoint/2012/main" prst="airplane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16</Words>
  <Application>pptx-viewer-sdk</Application>
  <Paragraphs>8</Paragraphs>
  <Slides>8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Cinematic Fragment Transitions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