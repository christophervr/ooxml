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drawings/drawing1.xml" ContentType="application/vnd.openxmlformats-officedocument.drawingml.chartshap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Grouped Overlay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6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  <c:userShapes r:id="rId1"/>
</c:chartSpace>
</file>

<file path=ppt/drawings/drawing1.xml><?xml version="1.0" encoding="utf-8"?>
<c:userShapes xmlns:cdr="http://schemas.openxmlformats.org/drawingml/2006/chartDrawing" xmlns:a="http://schemas.openxmlformats.org/drawingml/2006/main" xmlns:c="http://schemas.openxmlformats.org/drawingml/2006/chart" xmlns:r="http://schemas.openxmlformats.org/officeDocument/2006/relationships">
  <cdr:relSizeAnchor>
    <cdr:from>
      <cdr:x>0.1</cdr:x>
      <cdr:y>0.6</cdr:y>
    </cdr:from>
    <cdr:to>
      <cdr:x>0.9</cdr:x>
      <cdr:y>0.95</cdr:y>
    </cdr:to>
    <cdr:grpSp>
      <cdr:nvGrpSpPr>
        <cdr:cNvPr id="2" name="Callout Group"/>
        <cdr:cNvGrpSpPr/>
      </cdr:nvGrpSpPr>
      <cdr:grpSpPr>
        <a:xfrm>
          <a:off x="0" y="0"/>
          <a:ext cx="1000000" cy="400000"/>
          <a:chOff x="0" y="0"/>
          <a:chExt cx="1000000" cy="400000"/>
        </a:xfrm>
      </cdr:grpSpPr>
      <cdr:sp>
        <cdr:nvSpPr>
          <cdr:cNvPr id="3" name="Alpha Label"/>
          <cdr:cNvSpPr/>
        </cdr:nvSpPr>
        <cdr:spPr>
          <a:xfrm>
            <a:off x="0" y="0"/>
            <a:ext cx="500000" cy="400000"/>
          </a:xfrm>
          <a:prstGeom prst="rect">
            <a:avLst/>
          </a:prstGeom>
          <a:solidFill>
            <a:srgbClr val="FFFFCC"/>
          </a:solidFill>
        </cdr:spPr>
        <cdr:txBody>
          <a:bodyPr/>
          <a:lstStyle/>
          <a:p>
            <a:r>
              <a:t>Alpha</a:t>
            </a:r>
          </a:p>
        </cdr:txBody>
      </cdr:sp>
      <cdr:sp>
        <cdr:nvSpPr>
          <cdr:cNvPr id="4" name="Beta Label"/>
          <cdr:cNvSpPr/>
        </cdr:nvSpPr>
        <cdr:spPr>
          <a:xfrm>
            <a:off x="500000" y="0"/>
            <a:ext cx="500000" cy="400000"/>
          </a:xfrm>
          <a:prstGeom prst="rect">
            <a:avLst/>
          </a:prstGeom>
          <a:solidFill>
            <a:srgbClr val="CCFFCC"/>
          </a:solidFill>
        </cdr:spPr>
        <cdr:txBody>
          <a:bodyPr/>
          <a:lstStyle/>
          <a:p>
            <a:r>
              <a:t>Beta</a:t>
            </a:r>
          </a:p>
        </cdr:txBody>
      </cdr:sp>
    </cdr:grpSp>
    <cdr:clientData/>
  </cdr:relSizeAnchor>
  <cdr:relSizeAnchor>
    <cdr:from>
      <cdr:x>0.1</cdr:x>
      <cdr:y>0.02</cdr:y>
    </cdr:from>
    <cdr:to>
      <cdr:x>0.35</cdr:x>
      <cdr:y>0.15</cdr:y>
    </cdr:to>
    <cdr:sp>
      <cdr:nvSpPr>
        <cdr:cNvPr id="5" name="Gamma Label"/>
        <cdr:cNvSpPr/>
      </cdr:nvSpPr>
      <cdr:spPr>
        <a:xfrm rot="1800000"/>
        <a:prstGeom prst="rect">
          <a:avLst/>
        </a:prstGeom>
        <a:solidFill>
          <a:srgbClr val="FFCCCC"/>
        </a:solidFill>
      </cdr:spPr>
      <cdr:txBody>
        <a:bodyPr/>
        <a:lstStyle/>
        <a:p>
          <a:r>
            <a:t>Gamma</a:t>
          </a:r>
        </a:p>
      </cdr:txBody>
    </cdr:sp>
    <cdr:clientData/>
  </cdr:relSizeAnchor>
  <cdr:relSizeAnchor>
    <cdr:from>
      <cdr:x>0.65</cdr:x>
      <cdr:y>0.02</cdr:y>
    </cdr:from>
    <cdr:to>
      <cdr:x>0.9</cdr:x>
      <cdr:y>0.15</cdr:y>
    </cdr:to>
    <cdr:grpSp>
      <cdr:nvGrpSpPr>
        <cdr:cNvPr id="6" name="Rotated Group"/>
        <cdr:cNvGrpSpPr/>
      </cdr:nvGrpSpPr>
      <cdr:grpSpPr>
        <a:xfrm rot="900000">
          <a:off x="0" y="0"/>
          <a:ext cx="1000000" cy="1000000"/>
          <a:chOff x="0" y="0"/>
          <a:chExt cx="1000000" cy="1000000"/>
        </a:xfrm>
      </cdr:grpSpPr>
      <cdr:sp>
        <cdr:nvSpPr>
          <cdr:cNvPr id="7" name="Delta Label"/>
          <cdr:cNvSpPr/>
        </cdr:nvSpPr>
        <cdr:spPr>
          <a:xfrm>
            <a:off x="0" y="0"/>
            <a:ext cx="1000000" cy="1000000"/>
          </a:xfrm>
          <a:prstGeom prst="rect">
            <a:avLst/>
          </a:prstGeom>
          <a:solidFill>
            <a:srgbClr val="CCCCFF"/>
          </a:solidFill>
        </cdr:spPr>
        <cdr:txBody>
          <a:bodyPr/>
          <a:lstStyle/>
          <a:p>
            <a:r>
              <a:t>Delta</a:t>
            </a:r>
          </a:p>
        </cdr:txBody>
      </cdr:sp>
    </cdr:grpSp>
    <cdr:clientData/>
  </cdr:relSizeAnchor>
</c:userShap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Grouped Overlay</a:t>
            </a:r>
          </a:p>
        </p:txBody>
      </p:sp>
      <p:graphicFrame>
        <p:nvGraphicFramePr>
          <p:cNvPr id="2" name="Chart 1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2</Words>
  <Application>pptx-viewer-sdk</Application>
  <Paragraphs>1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User-Shape Group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