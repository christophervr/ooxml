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derline Words"/>
          <p:cNvSpPr/>
          <p:nvPr/>
        </p:nvSpPr>
        <p:spPr>
          <a:xfrm>
            <a:off x="457200" y="457200"/>
            <a:ext cx="4572000" cy="9144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r>
              <a:rPr lang="en-US" sz="2400" u="words" dirty="0">
                <a:latin typeface="Arial"/>
                <a:cs typeface="Arial"/>
              </a:rPr>
              <a:t>ALPHA BETA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Underline Words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