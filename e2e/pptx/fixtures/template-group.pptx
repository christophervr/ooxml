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trTitle Placeholder 1"/>
          <p:cNvSpPr>
            <a:spLocks noGrp="1"/>
          </p:cNvSpPr>
          <p:nvPr>
            <p:ph type="ctrTitle" idx="0"/>
          </p:nvPr>
        </p:nvSpPr>
        <p:spPr>
          <a:xfrm>
            <a:off x="975360" y="1645920"/>
            <a:ext cx="10241280" cy="15087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Placeholder 2"/>
          <p:cNvSpPr>
            <a:spLocks noGrp="1"/>
          </p:cNvSpPr>
          <p:nvPr>
            <p:ph type="subTitle" idx="1"/>
          </p:nvPr>
        </p:nvSpPr>
        <p:spPr>
          <a:xfrm>
            <a:off x="1463040" y="3360420"/>
            <a:ext cx="926592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537460"/>
            <a:ext cx="1097280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Body Placeholder 2"/>
          <p:cNvSpPr>
            <a:spLocks noGrp="1"/>
          </p:cNvSpPr>
          <p:nvPr>
            <p:ph type="body" idx="1"/>
          </p:nvPr>
        </p:nvSpPr>
        <p:spPr>
          <a:xfrm>
            <a:off x="609600" y="4114800"/>
            <a:ext cx="10972800" cy="15773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Body Placeholder 4"/>
          <p:cNvSpPr>
            <a:spLocks noGrp="1"/>
          </p:cNvSpPr>
          <p:nvPr>
            <p:ph type="body" idx="3"/>
          </p:nvPr>
        </p:nvSpPr>
        <p:spPr>
          <a:xfrm>
            <a:off x="60960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Body Placeholder 5"/>
          <p:cNvSpPr>
            <a:spLocks noGrp="1"/>
          </p:cNvSpPr>
          <p:nvPr>
            <p:ph type="body" idx="4"/>
          </p:nvPr>
        </p:nvSpPr>
        <p:spPr>
          <a:xfrm>
            <a:off x="633984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t Placeholder 6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tr Placeholder 7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dNum Placeholder 8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t Placeholder 2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tr Placeholder 3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dNum Placeholder 4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MixedTagLayoutGroup"/>
          <p:cNvGrpSpPr/>
          <p:nvPr/>
        </p:nvGrpSpPr>
        <p:grpSpPr>
          <a:xfrm>
            <a:off x="457200" y="5029200"/>
            <a:ext cx="1828800" cy="457200"/>
            <a:chOff x="0" y="0"/>
            <a:chExt cx="1828800" cy="457200"/>
          </a:xfrm>
        </p:grpSpPr>
        <p:sp>
          <p:nvSpPr>
            <p:cNvPr id="201" name="GroupBox1"/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4472C4"/>
            </a:solidFill>
          </p:spPr>
          <p:txBody>
            <a:bodyPr/>
            <a:lstStyle/>
            <a:p>
              <a:r>
                <a:rPr lang="en-US"/>
                <a:t>GroupBox1</a:t>
              </a:r>
            </a:p>
          </p:txBody>
        </p:sp>
        <p:cxnSp>
          <p:nvCxnSpPr>
            <p:cNvPr id="202" name="GroupLine1"/>
            <p:cNvCxnSpPr/>
            <p:nvPr/>
          </p:nvCxnSpPr>
          <p:spPr>
            <a:xfrm>
              <a:off x="457200" y="0"/>
              <a:ext cx="457200" cy="457200"/>
            </a:xfrm>
            <a:prstGeom prst="line">
              <a:avLst/>
            </a:prstGeom>
            <a:ln w="19050">
              <a:solidFill>
                <a:srgbClr val="ED7D31"/>
              </a:solidFill>
            </a:ln>
          </p:spPr>
        </p:cxnSp>
        <p:sp>
          <p:nvSpPr>
            <p:cNvPr id="203" name="GroupBox2"/>
            <p:cNvSpPr/>
            <p:nvPr/>
          </p:nvSpPr>
          <p:spPr>
            <a:xfrm>
              <a:off x="914400" y="0"/>
              <a:ext cx="457200" cy="457200"/>
            </a:xfrm>
            <a:prstGeom prst="rect">
              <a:avLst/>
            </a:prstGeom>
            <a:solidFill>
              <a:srgbClr val="4472C4"/>
            </a:solidFill>
          </p:spPr>
          <p:txBody>
            <a:bodyPr/>
            <a:lstStyle/>
            <a:p>
              <a:r>
                <a:rPr lang="en-US"/>
                <a:t>GroupBox2</a:t>
              </a:r>
            </a:p>
          </p:txBody>
        </p:sp>
        <p:cxnSp>
          <p:nvCxnSpPr>
            <p:cNvPr id="204" name="GroupLine2"/>
            <p:cNvCxnSpPr/>
            <p:nvPr/>
          </p:nvCxnSpPr>
          <p:spPr>
            <a:xfrm>
              <a:off x="1371600" y="0"/>
              <a:ext cx="457200" cy="457200"/>
            </a:xfrm>
            <a:prstGeom prst="line">
              <a:avLst/>
            </a:prstGeom>
            <a:ln w="19050">
              <a:solidFill>
                <a:srgbClr val="ED7D31"/>
              </a:solidFill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 Placeholder 2"/>
          <p:cNvSpPr>
            <a:spLocks noGrp="1"/>
          </p:cNvSpPr>
          <p:nvPr>
            <p:ph type="pic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 txBox="0"/>
          <p:nvPr/>
        </p:nvSpPr>
        <p:spPr>
          <a:xfrm>
            <a:off x="571500" y="571500"/>
            <a:ext cx="1905000" cy="1143000"/>
          </a:xfrm>
          <a:prstGeom prst="rect">
            <a:avLst/>
          </a:prstGeom>
          <a:solidFill>
            <a:srgbClr val="4472C4"/>
          </a:solidFill>
        </p:spPr>
        <p:txBody>
          <a:bodyPr wrap="square"/>
          <a:lstStyle/>
          <a:p>
            <a:r>
              <a:rPr lang="en-US" dirty="0">
                <a:solidFill>
                  <a:srgbClr val="FFFFFF"/>
                </a:solidFill>
              </a:rPr>
              <a:t>SLIDE-SHAPE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1</Words>
  <Application>pptx-viewer-sdk</Application>
  <Paragraphs>1</Paragraphs>
  <Slides>1</Slides>
  <Notes>0</Notes>
  <HiddenSlides>0</HiddenSlide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Group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