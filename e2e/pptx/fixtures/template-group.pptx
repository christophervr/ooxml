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c="http://schemas.openxmlformats.org/markup-compatibility/2006" xmlns:p14="http://schemas.microsoft.com/office/powerpoint/2010/main" xmlns:p15="http://schemas.microsoft.com/office/powerpoint/2012/main" saveSubsetFonts="1">
  <p:sldMasterIdLst>
    <p:sldMasterId id="2147483648" r:id="rId1"/>
  </p:sldMasterIdLst>
  <p:sldIdLst>
    <p:sldId id="256" r:id="rId6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>
      <p:cViewPr varScale="1">
        <p:scale>
          <a:sx n="100" d="100"/>
          <a:sy n="100" d="100"/>
        </p:scale>
        <p:origin x="0" y="0"/>
      </p:cViewPr>
    </p:cSldViewPr>
  </p:slideViewPr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></Relationship><Relationship Id="rId2" Type="http://schemas.openxmlformats.org/officeDocument/2006/relationships/theme" Target="theme/theme1.xml"></Relationship><Relationship Id="rId3" Type="http://schemas.openxmlformats.org/officeDocument/2006/relationships/presProps" Target="presProps.xml"></Relationship><Relationship Id="rId4" Type="http://schemas.openxmlformats.org/officeDocument/2006/relationships/viewProps" Target="viewProps.xml"></Relationship><Relationship Id="rId5" Type="http://schemas.openxmlformats.org/officeDocument/2006/relationships/tableStyles" Target="tableStyles.xml"></Relationship><Relationship Id="rId6" Type="http://schemas.openxmlformats.org/officeDocument/2006/relationships/slide" Target="slides/slide1.xml"></Relationship>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7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8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9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0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_rels/slideLayout1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.xml><?xml version="1.0" encoding="utf-8"?>
<p:sldLayout xmlns:mc="http://schemas.openxmlformats.org/markup-compatibility/2006"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00" name="MixedTagLayoutGroup"/>
          <p:cNvGrpSpPr/>
          <p:nvPr/>
        </p:nvGrpSpPr>
        <p:grpSpPr>
          <a:xfrm>
            <a:off x="457200" y="5029200"/>
            <a:ext cx="1828800" cy="457200"/>
            <a:chOff x="0" y="0"/>
            <a:chExt cx="1828800" cy="457200"/>
          </a:xfrm>
        </p:grpSpPr>
        <p:sp>
          <p:nvSpPr>
            <p:cNvPr id="201" name="GroupBox1"/>
            <p:cNvSpPr/>
            <p:nvPr/>
          </p:nvSpPr>
          <p:spPr>
            <a:xfrm>
              <a:off x="0" y="0"/>
              <a:ext cx="457200" cy="457200"/>
            </a:xfrm>
            <a:prstGeom prst="rect">
              <a:avLst/>
            </a:prstGeom>
            <a:solidFill>
              <a:srgbClr val="4472C4"/>
            </a:solidFill>
          </p:spPr>
          <p:txBody>
            <a:bodyPr/>
            <a:lstStyle/>
            <a:p>
              <a:r>
                <a:rPr lang="en-US"/>
                <a:t>GroupBox1</a:t>
              </a:r>
            </a:p>
          </p:txBody>
        </p:sp>
        <p:cxnSp>
          <p:nvCxnSpPr>
            <p:cNvPr id="202" name="GroupLine1"/>
            <p:cNvCxnSpPr/>
            <p:nvPr/>
          </p:nvCxnSpPr>
          <p:spPr>
            <a:xfrm>
              <a:off x="457200" y="0"/>
              <a:ext cx="457200" cy="457200"/>
            </a:xfrm>
            <a:prstGeom prst="line">
              <a:avLst/>
            </a:prstGeom>
            <a:ln w="19050">
              <a:solidFill>
                <a:srgbClr val="ED7D31"/>
              </a:solidFill>
            </a:ln>
          </p:spPr>
        </p:cxnSp>
        <p:sp>
          <p:nvSpPr>
            <p:cNvPr id="203" name="GroupBox2"/>
            <p:cNvSpPr/>
            <p:nvPr/>
          </p:nvSpPr>
          <p:spPr>
            <a:xfrm>
              <a:off x="914400" y="0"/>
              <a:ext cx="457200" cy="457200"/>
            </a:xfrm>
            <a:prstGeom prst="rect">
              <a:avLst/>
            </a:prstGeom>
            <a:solidFill>
              <a:srgbClr val="4472C4"/>
            </a:solidFill>
          </p:spPr>
          <p:txBody>
            <a:bodyPr/>
            <a:lstStyle/>
            <a:p>
              <a:r>
                <a:rPr lang="en-US"/>
                <a:t>GroupBox2</a:t>
              </a:r>
            </a:p>
          </p:txBody>
        </p:sp>
        <p:cxnSp>
          <p:nvCxnSpPr>
            <p:cNvPr id="204" name="GroupLine2"/>
            <p:cNvCxnSpPr/>
            <p:nvPr/>
          </p:nvCxnSpPr>
          <p:spPr>
            <a:xfrm>
              <a:off x="1371600" y="0"/>
              <a:ext cx="457200" cy="457200"/>
            </a:xfrm>
            <a:prstGeom prst="line">
              <a:avLst/>
            </a:prstGeom>
            <a:ln w="19050">
              <a:solidFill>
                <a:srgbClr val="ED7D31"/>
              </a:solidFill>
            </a:ln>
          </p:spPr>
        </p:cxn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slideLayout" Target="../slideLayouts/slideLayout2.xml"/>
  <Relationship Id="rId3" Type="http://schemas.openxmlformats.org/officeDocument/2006/relationships/slideLayout" Target="../slideLayouts/slideLayout3.xml"/>
  <Relationship Id="rId4" Type="http://schemas.openxmlformats.org/officeDocument/2006/relationships/slideLayout" Target="../slideLayouts/slideLayout4.xml"/>
  <Relationship Id="rId5" Type="http://schemas.openxmlformats.org/officeDocument/2006/relationships/slideLayout" Target="../slideLayouts/slideLayout5.xml"/>
  <Relationship Id="rId6" Type="http://schemas.openxmlformats.org/officeDocument/2006/relationships/slideLayout" Target="../slideLayouts/slideLayout6.xml"/>
  <Relationship Id="rId7" Type="http://schemas.openxmlformats.org/officeDocument/2006/relationships/slideLayout" Target="../slideLayouts/slideLayout7.xml"/>
  <Relationship Id="rId8" Type="http://schemas.openxmlformats.org/officeDocument/2006/relationships/slideLayout" Target="../slideLayouts/slideLayout8.xml"/>
  <Relationship Id="rId9" Type="http://schemas.openxmlformats.org/officeDocument/2006/relationships/slideLayout" Target="../slideLayouts/slideLayout9.xml"/>
  <Relationship Id="rId10" Type="http://schemas.openxmlformats.org/officeDocument/2006/relationships/slideLayout" Target="../slideLayouts/slideLayout10.xml"/>
  <Relationship Id="rId11" Type="http://schemas.openxmlformats.org/officeDocument/2006/relationships/slideLayout" Target="../slideLayouts/slideLayout11.xml"/>
  <Relationship Id="rId12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spcBef>
          <a:spcPct val="0"/>
        </a:spcBef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</p:bodyStyle>
    <p:otherStyle>
      <a:defPPr>
        <a:defRPr lang="en-US"/>
      </a:defPPr>
    </p:otherStyle>
  </p:txStyles>
</p:sldMaster>
</file>

<file path=ppt/slides/_rels/slide1.xml.rels><Relationships xmlns="http://schemas.openxmlformats.org/package/2006/relationships"><Relationship Id="rId1" Type="http://schemas.openxmlformats.org/officeDocument/2006/relationships/slideLayout" Target="../slideLayouts/slideLayout7.xml"></Relationship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 txBox="0"/>
          <p:nvPr/>
        </p:nvSpPr>
        <p:spPr>
          <a:xfrm>
            <a:off x="571500" y="571500"/>
            <a:ext cx="1905000" cy="1143000"/>
          </a:xfrm>
          <a:prstGeom prst="rect">
            <a:avLst/>
          </a:prstGeom>
          <a:solidFill>
            <a:srgbClr val="4472C4"/>
          </a:solidFill>
        </p:spPr>
        <p:txBody>
          <a:bodyPr wrap="square"/>
          <a:lstStyle/>
          <a:p>
            <a:r>
              <a:rPr lang="en-US" dirty="0">
                <a:solidFill>
                  <a:srgbClr val="FFFFFF"/>
                </a:solidFill>
              </a:rPr>
              <a:t>SLIDE-SHAPE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Words>1</Words>
  <Application>pptx-viewer-sdk</Application>
  <Paragraphs>1</Paragraphs>
  <Slides>1</Slides>
  <Notes>0</Notes>
  <HiddenSlides>0</HiddenSlide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Group Fixture</dc:title>
  <dc:creator>pptx-viewer-sdk</dc:creator>
  <cp:lastModifiedBy>pptx-viewer-sdk</cp:lastModifiedBy>
  <cp:revision>2</cp:revision>
  <dcterms:created xsi:type="dcterms:W3CDTF">2000-01-01T00:00:00Z</dcterms:created>
  <dcterms:modified xsi:type="dcterms:W3CDTF">2000-01-01T00:00:00Z</dcterms:modified>
</cp:coreProperties>
</file>