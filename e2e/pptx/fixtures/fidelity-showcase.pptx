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381000"/>
            <a:ext cx="6667500" cy="666750"/>
          </a:xfrm>
          <a:prstGeom prst="rect">
            <a:avLst/>
          </a:prstGeom>
        </p:spPr>
        <p:txBody>
          <a:bodyPr wrap="square"/>
          <a:lstStyle/>
          <a:p>
            <a:r>
              <a:rPr lang="en-US" sz="2250" b="1" dirty="0"/>
              <a:t>Fidelity Showcase</a:t>
            </a:r>
          </a:p>
        </p:txBody>
      </p:sp>
      <p:sp>
        <p:nvSpPr>
          <p:cNvPr id="3" name="Rectangle 2"/>
          <p:cNvSpPr txBox="0"/>
          <p:nvPr/>
        </p:nvSpPr>
        <p:spPr>
          <a:xfrm>
            <a:off x="1714500" y="1524000"/>
            <a:ext cx="3810000" cy="2476500"/>
          </a:xfrm>
          <a:prstGeom prst="roundRect">
            <a:avLst/>
          </a:prstGeom>
          <a:solidFill>
            <a:srgbClr val="4472C4"/>
          </a:solidFill>
          <a:scene3d>
            <a:camera prst="perspectiveContrastingLeftFacing" fov="2700000"/>
            <a:lightRig rig="threePt" dir="t"/>
          </a:scene3d>
          <a:sp3d extrusionH="228600" prstMaterial="metal">
            <a:bevelT prst="circle" w="190500" h="190500"/>
            <a:extrusionClr>
              <a:srgbClr val="2F528F"/>
            </a:extrusionClr>
          </a:sp3d>
        </p:spPr>
        <p:txBody>
          <a:bodyPr wrap="square"/>
          <a:lstStyle/>
          <a:p>
            <a:r>
              <a:rPr lang="en-US" sz="2100" b="1" dirty="0">
                <a:solidFill>
                  <a:srgbClr val="FFFFFF"/>
                </a:solidFill>
              </a:rPr>
              <a:t>PERSPECTIVE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3</Words>
  <Application>pptx-viewer-sdk</Application>
  <Paragraphs>2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Raster Fidelity Showcase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