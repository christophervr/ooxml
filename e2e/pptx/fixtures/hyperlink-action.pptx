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hyperlink-fixtu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Linked Shape">
            <a:hlinkClick xmlns:a="http://schemas.openxmlformats.org/drawingml/2006/main" r:id="rId2"/>
          </p:cNvPr>
          <p:cNvSpPr/>
          <p:nvPr/>
        </p:nvSpPr>
        <p:spPr>
          <a:xfrm>
            <a:off x="508000" y="508000"/>
            <a:ext cx="3810000" cy="10160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/>
              <a:t>Linked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