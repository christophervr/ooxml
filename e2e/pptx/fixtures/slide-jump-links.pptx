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link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333333"/>
                </a:solidFill>
                <a:hlinkClick r:id="rId2" action="ppaction://hlinksldjump"/>
              </a:rPr>
              <a:t>A. Text link to slide 3</a:t>
            </a:r>
          </a:p>
        </p:txBody>
      </p:sp>
      <p:sp>
        <p:nvSpPr>
          <p:cNvPr id="3" name="Shape link">
            <a:hlinkClick action="ppaction://hlinksldjump" r:id="rId2"/>
          </p:cNvPr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333333"/>
                </a:solidFill>
              </a:rPr>
              <a:t>B. Shape link to slide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Slide 3 (link target)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