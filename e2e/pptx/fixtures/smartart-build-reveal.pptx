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diagrams/colors1.xml><?xml version="1.0" encoding="utf-8"?>
<dgm:colorsDef xmlns:dgm="http://schemas.openxmlformats.org/drawingml/2006/diagram" xmlns:a="http://schemas.openxmlformats.org/drawingml/2006/main" uniqueId="urn:pptx-viewer/colors/colorful1">
  <dgm:title val=""/>
  <dgm:desc val=""/>
  <dgm:catLst>
    <dgm:cat type="colorful" pri="10200"/>
  </dgm:catLst>
  <dgm:styleLbl name="node0">
    <dgm:fillClrLst meth="cycle">
      <a:schemeClr val="accent1"/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1">
    <dgm:fillClrLst meth="cycle">
      <a:schemeClr val="accent1"/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2">
    <dgm:fillClrLst meth="repeat">
      <a:schemeClr val="accent1">
        <a:shade val="60000"/>
      </a:schemeClr>
    </dgm:fillClrLst>
    <dgm:linClrLst meth="repeat">
      <a:schemeClr val="accent1">
        <a:shade val="6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shade val="60000"/>
      </a:schemeClr>
    </dgm:fillClrLst>
    <dgm:linClrLst meth="repeat">
      <a:schemeClr val="accent1">
        <a:shade val="60000"/>
      </a:schemeClr>
    </dgm:linClrLst>
    <dgm:effectClrLst/>
    <dgm:txLinClrLst/>
    <dgm:txFillClrLst meth="repeat">
      <a:schemeClr val="lt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4000-8000-000000000000}" type="doc">
      <dgm:prSet loTypeId="urn:pptx-viewer/layout/list" loCatId="list" qsTypeId="urn:pptx-viewer/quickstyle/simple" qsCatId="simple" csTypeId="urn:pptx-viewer/colors/colorful1" csCatId="colorful"/>
      <dgm:spPr/>
      <dgm:t>
        <a:bodyPr/>
        <a:lstStyle/>
        <a:p>
          <a:endParaRPr lang="en-US"/>
        </a:p>
      </dgm:t>
    </dgm:pt>
    <dgm:pt modelId="{00000000-0000-4000-8000-000000000001}">
      <dgm:prSet/>
      <dgm:spPr/>
      <dgm:t>
        <a:bodyPr/>
        <a:lstStyle/>
        <a:p>
          <a:r>
            <a:rPr lang="en-US"/>
            <a:t>Alpha</a:t>
          </a:r>
        </a:p>
      </dgm:t>
    </dgm:pt>
    <dgm:pt modelId="{00000000-0000-4000-8000-000000000002}" type="parTrans" cxnId="{00000000-0000-4000-8000-000000000003}">
      <dgm:prSet/>
      <dgm:spPr/>
      <dgm:t>
        <a:bodyPr/>
        <a:lstStyle/>
        <a:p>
          <a:endParaRPr lang="en-US"/>
        </a:p>
      </dgm:t>
    </dgm:pt>
    <dgm:pt modelId="{00000000-0000-4000-8000-000000000004}" type="sibTrans" cxnId="{00000000-0000-4000-8000-000000000003}">
      <dgm:prSet/>
      <dgm:spPr/>
      <dgm:t>
        <a:bodyPr/>
        <a:lstStyle/>
        <a:p>
          <a:endParaRPr lang="en-US"/>
        </a:p>
      </dgm:t>
    </dgm:pt>
    <dgm:pt modelId="{00000000-0000-4000-8000-000000000005}" type="pres">
      <dgm:prSet presAssocID="{00000000-0000-4000-8000-000000000001}" presName="node" presStyleLbl="node1" presStyleIdx="0" presStyleCnt="3"/>
      <dgm:spPr/>
    </dgm:pt>
    <dgm:pt modelId="{00000000-0000-4000-8000-000000000006}">
      <dgm:prSet/>
      <dgm:spPr/>
      <dgm:t>
        <a:bodyPr/>
        <a:lstStyle/>
        <a:p>
          <a:r>
            <a:rPr lang="en-US"/>
            <a:t>Beta</a:t>
          </a:r>
        </a:p>
      </dgm:t>
    </dgm:pt>
    <dgm:pt modelId="{00000000-0000-4000-8000-000000000007}" type="parTrans" cxnId="{00000000-0000-4000-8000-000000000008}">
      <dgm:prSet/>
      <dgm:spPr/>
      <dgm:t>
        <a:bodyPr/>
        <a:lstStyle/>
        <a:p>
          <a:endParaRPr lang="en-US"/>
        </a:p>
      </dgm:t>
    </dgm:pt>
    <dgm:pt modelId="{00000000-0000-4000-8000-000000000009}" type="sibTrans" cxnId="{00000000-0000-4000-8000-000000000008}">
      <dgm:prSet/>
      <dgm:spPr/>
      <dgm:t>
        <a:bodyPr/>
        <a:lstStyle/>
        <a:p>
          <a:endParaRPr lang="en-US"/>
        </a:p>
      </dgm:t>
    </dgm:pt>
    <dgm:pt modelId="{00000000-0000-4000-8000-000000000010}" type="pres">
      <dgm:prSet presAssocID="{00000000-0000-4000-8000-000000000006}" presName="node" presStyleLbl="node1" presStyleIdx="1" presStyleCnt="3"/>
      <dgm:spPr/>
    </dgm:pt>
    <dgm:pt modelId="{00000000-0000-4000-8000-000000000011}">
      <dgm:prSet/>
      <dgm:spPr/>
      <dgm:t>
        <a:bodyPr/>
        <a:lstStyle/>
        <a:p>
          <a:r>
            <a:rPr lang="en-US"/>
            <a:t>Gamma</a:t>
          </a:r>
        </a:p>
      </dgm:t>
    </dgm:pt>
    <dgm:pt modelId="{00000000-0000-4000-8000-000000000012}" type="parTrans" cxnId="{00000000-0000-4000-8000-000000000013}">
      <dgm:prSet/>
      <dgm:spPr/>
      <dgm:t>
        <a:bodyPr/>
        <a:lstStyle/>
        <a:p>
          <a:endParaRPr lang="en-US"/>
        </a:p>
      </dgm:t>
    </dgm:pt>
    <dgm:pt modelId="{00000000-0000-4000-8000-000000000014}" type="sibTrans" cxnId="{00000000-0000-4000-8000-000000000013}">
      <dgm:prSet/>
      <dgm:spPr/>
      <dgm:t>
        <a:bodyPr/>
        <a:lstStyle/>
        <a:p>
          <a:endParaRPr lang="en-US"/>
        </a:p>
      </dgm:t>
    </dgm:pt>
    <dgm:pt modelId="{00000000-0000-4000-8000-000000000015}" type="pres">
      <dgm:prSet presAssocID="{00000000-0000-4000-8000-000000000011}" presName="node" presStyleLbl="node1" presStyleIdx="2" presStyleCnt="3"/>
      <dgm:spPr/>
    </dgm:pt>
  </dgm:ptLst>
  <dgm:cxnLst>
    <dgm:cxn modelId="{00000000-0000-4000-8000-000000000003}" srcId="{00000000-0000-4000-8000-000000000000}" destId="{00000000-0000-4000-8000-000000000001}" srcOrd="0" destOrd="0" parTransId="{00000000-0000-4000-8000-000000000002}" sibTransId="{00000000-0000-4000-8000-000000000004}"/>
    <dgm:cxn modelId="{00000000-0000-4000-8000-000000000016}" type="presOf" srcId="{00000000-0000-4000-8000-000000000001}" destId="{00000000-0000-4000-8000-000000000005}" srcOrd="0" destOrd="0" presId="urn:pptx-viewer/layout/list"/>
    <dgm:cxn modelId="{00000000-0000-4000-8000-000000000008}" srcId="{00000000-0000-4000-8000-000000000000}" destId="{00000000-0000-4000-8000-000000000006}" srcOrd="1" destOrd="0" parTransId="{00000000-0000-4000-8000-000000000007}" sibTransId="{00000000-0000-4000-8000-000000000009}"/>
    <dgm:cxn modelId="{00000000-0000-4000-8000-000000000017}" type="presOf" srcId="{00000000-0000-4000-8000-000000000006}" destId="{00000000-0000-4000-8000-000000000010}" srcOrd="0" destOrd="0" presId="urn:pptx-viewer/layout/list"/>
    <dgm:cxn modelId="{00000000-0000-4000-8000-000000000013}" srcId="{00000000-0000-4000-8000-000000000000}" destId="{00000000-0000-4000-8000-000000000011}" srcOrd="2" destOrd="0" parTransId="{00000000-0000-4000-8000-000000000012}" sibTransId="{00000000-0000-4000-8000-000000000014}"/>
    <dgm:cxn modelId="{00000000-0000-4000-8000-000000000018}" type="presOf" srcId="{00000000-0000-4000-8000-000000000011}" destId="{00000000-0000-4000-8000-000000000015}" srcOrd="0" destOrd="0" presId="urn:pptx-viewer/layout/list"/>
  </dgm:cxnLst>
  <dgm:bg/>
  <dgm:whole/>
  <dgm:extLst>
    <a:ext uri="http://schemas.microsoft.com/office/drawing/2008/diagram">
      <dsp:dataModelExt xmlns:dsp="http://schemas.microsoft.com/office/drawing/2008/diagram" relId="rId2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a="http://schemas.openxmlformats.org/drawingml/2006/main" xmlns:r="http://schemas.openxmlformats.org/officeDocument/2006/relationships">
  <dsp:spTree>
    <dsp:nvGrpSpPr>
      <dsp:cNvPr id="0" name=""/>
      <dsp:cNvGrpSpPr/>
    </dsp:nvGrpSpPr>
    <dsp:grpSpPr/>
    <dsp:sp modelId="{00000000-0000-4000-8000-000000000005}">
      <dsp:nvSpPr>
        <dsp:cNvPr id="0" name=""/>
        <dsp:cNvSpPr/>
      </dsp:nvSpPr>
      <dsp:spPr>
        <a:xfrm>
          <a:off x="76200" y="76200"/>
          <a:ext cx="5562600" cy="1019175"/>
        </a:xfrm>
        <a:prstGeom prst="roundRect">
          <a:avLst>
            <a:gd name="adj" fmla="val 16667"/>
          </a:avLst>
        </a:prstGeom>
        <a:solidFill>
          <a:srgbClr xmlns:a="http://schemas.openxmlformats.org/drawingml/2006/main" val="4472C4"/>
        </a:solidFill>
        <a:ln xmlns:a="http://schemas.openxmlformats.org/drawingml/2006/main" w="12700">
          <a:solidFill>
            <a:srgbClr val="698ED0"/>
          </a:solidFill>
        </a:ln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en-US" sz="825">
              <a:solidFill>
                <a:srgbClr val="FFFFFF"/>
              </a:solidFill>
              <a:latin typeface="Calibri"/>
            </a:rPr>
            <a:t>Alpha</a:t>
          </a:r>
        </a:p>
      </dsp:txBody>
      <dsp:txXfrm>
        <a:off x="76200" y="76200"/>
        <a:ext cx="5562600" cy="1019175"/>
      </dsp:txXfrm>
    </dsp:sp>
    <dsp:sp modelId="{00000000-0000-4000-8000-000000000010}">
      <dsp:nvSpPr>
        <dsp:cNvPr id="0" name=""/>
        <dsp:cNvSpPr/>
      </dsp:nvSpPr>
      <dsp:spPr>
        <a:xfrm>
          <a:off x="76200" y="1152525"/>
          <a:ext cx="5562600" cy="1019175"/>
        </a:xfrm>
        <a:prstGeom prst="roundRect">
          <a:avLst>
            <a:gd name="adj" fmla="val 16667"/>
          </a:avLst>
        </a:prstGeom>
        <a:solidFill>
          <a:srgbClr xmlns:a="http://schemas.openxmlformats.org/drawingml/2006/main" val="ED7D31"/>
        </a:solidFill>
        <a:ln xmlns:a="http://schemas.openxmlformats.org/drawingml/2006/main" w="12700">
          <a:solidFill>
            <a:srgbClr val="F1975A"/>
          </a:solidFill>
        </a:ln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en-US" sz="825">
              <a:solidFill>
                <a:srgbClr val="FFFFFF"/>
              </a:solidFill>
              <a:latin typeface="Calibri"/>
            </a:rPr>
            <a:t>Beta</a:t>
          </a:r>
        </a:p>
      </dsp:txBody>
      <dsp:txXfrm>
        <a:off x="76200" y="1152525"/>
        <a:ext cx="5562600" cy="1019175"/>
      </dsp:txXfrm>
    </dsp:sp>
    <dsp:sp modelId="{00000000-0000-4000-8000-000000000015}">
      <dsp:nvSpPr>
        <dsp:cNvPr id="0" name=""/>
        <dsp:cNvSpPr/>
      </dsp:nvSpPr>
      <dsp:spPr>
        <a:xfrm>
          <a:off x="76200" y="2238375"/>
          <a:ext cx="5562600" cy="1019175"/>
        </a:xfrm>
        <a:prstGeom prst="roundRect">
          <a:avLst>
            <a:gd name="adj" fmla="val 16667"/>
          </a:avLst>
        </a:prstGeom>
        <a:solidFill>
          <a:srgbClr xmlns:a="http://schemas.openxmlformats.org/drawingml/2006/main" val="A5A5A5"/>
        </a:solidFill>
        <a:ln xmlns:a="http://schemas.openxmlformats.org/drawingml/2006/main" w="12700">
          <a:solidFill>
            <a:srgbClr val="B7B7B7"/>
          </a:solidFill>
        </a:ln>
      </dsp:spPr>
      <dsp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en-US" sz="825">
              <a:solidFill>
                <a:srgbClr val="FFFFFF"/>
              </a:solidFill>
              <a:latin typeface="Calibri"/>
            </a:rPr>
            <a:t>Gamma</a:t>
          </a:r>
        </a:p>
      </dsp:txBody>
      <dsp:txXfrm>
        <a:off x="76200" y="2238375"/>
        <a:ext cx="5562600" cy="10191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pptx-viewer/layout/list">
  <dgm:title val="List"/>
  <dgm:desc val=""/>
  <dgm:catLst>
    <dgm:cat type="list" pri="1000"/>
  </dgm:catLst>
  <dgm:layoutNode name="diagram">
    <dgm:varLst>
      <dgm:dir/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3"/>
      <dgm:constr type="h" for="ch" forName="spacer" refType="h" refFor="ch" refForName="node" fact="0.25"/>
      <dgm:constr type="primFontSz" for="ch" forName="node" op="equ" val="65"/>
    </dgm:constrLst>
    <dgm:ruleLst/>
    <dgm:forEach name="nodesForEach" axis="ch" ptType="node">
      <dgm:layoutNode name="node" styleLbl="node1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spacerForEach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pptx-viewer/quickstyle/simple">
  <dgm:title val="Simple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3" Type="http://schemas.openxmlformats.org/officeDocument/2006/relationships/diagramData" Target="../diagrams/data1.xml"></Relationship><Relationship Id="rId4" Type="http://schemas.openxmlformats.org/officeDocument/2006/relationships/diagramLayout" Target="../diagrams/layout1.xml"></Relationship><Relationship Id="rId5" Type="http://schemas.openxmlformats.org/officeDocument/2006/relationships/diagramQuickStyle" Target="../diagrams/quickStyle1.xml"></Relationship><Relationship Id="rId6" Type="http://schemas.openxmlformats.org/officeDocument/2006/relationships/diagramColors" Target="../diagrams/colors1.xml"></Relationship><Relationship Id="rId2" Type="http://schemas.microsoft.com/office/2007/relationships/diagramDrawing" Target="../diagrams/drawing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SmartArt Build Reveal Slide</a:t>
            </a:r>
          </a:p>
        </p:txBody>
      </p:sp>
      <p:graphicFrame>
        <p:nvGraphicFramePr>
          <p:cNvPr id="87" name="SmartArt"/>
          <p:cNvGraphicFramePr/>
          <p:nvPr/>
        </p:nvGraphicFramePr>
        <p:xfrm>
          <a:off x="1143000" y="1905000"/>
          <a:ext cx="5715000" cy="3333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graphicEl>
                                              <a:dgm id="{00000000-0000-4000-8000-000000000011}" bldStep="sp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>
                                            <p:graphicEl>
                                              <a:dgm id="{00000000-0000-4000-8000-000000000011}" bldStep="sp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graphicEl>
                                              <a:dgm id="{00000000-0000-4000-8000-000000000006}" bldStep="sp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7">
                                            <p:graphicEl>
                                              <a:dgm id="{00000000-0000-4000-8000-000000000006}" bldStep="sp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graphicEl>
                                              <a:dgm id="{00000000-0000-4000-8000-000000000001}" bldStep="sp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7">
                                            <p:graphicEl>
                                              <a:dgm id="{00000000-0000-4000-8000-000000000001}" bldStep="sp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7" grpId="0">
        <p:bldSub>
          <a:bldDgm bld="one"/>
        </p:bldSub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7</Words>
  <Application>pptx-viewer-sdk</Application>
  <Paragraphs>4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SmartArt Build Reveal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