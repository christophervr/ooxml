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 Placeholder 1"/>
          <p:cNvSpPr>
            <a:spLocks noGrp="1"/>
          </p:cNvSpPr>
          <p:nvPr>
            <p:ph type="ctrTitle" idx="0"/>
          </p:nvPr>
        </p:nvSpPr>
        <p:spPr>
          <a:xfrm>
            <a:off x="975360" y="1645920"/>
            <a:ext cx="10241280" cy="15087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Placeholder 2"/>
          <p:cNvSpPr>
            <a:spLocks noGrp="1"/>
          </p:cNvSpPr>
          <p:nvPr>
            <p:ph type="subTitle" idx="1"/>
          </p:nvPr>
        </p:nvSpPr>
        <p:spPr>
          <a:xfrm>
            <a:off x="1463040" y="3360420"/>
            <a:ext cx="926592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537460"/>
            <a:ext cx="10972800" cy="1371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609600" y="4114800"/>
            <a:ext cx="10972800" cy="15773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Obj Placeholder 3"/>
          <p:cNvSpPr>
            <a:spLocks noGrp="1"/>
          </p:cNvSpPr>
          <p:nvPr>
            <p:ph type="obj" idx="2"/>
          </p:nvPr>
        </p:nvSpPr>
        <p:spPr>
          <a:xfrm>
            <a:off x="6339840" y="1851660"/>
            <a:ext cx="524256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Body Placeholder 4"/>
          <p:cNvSpPr>
            <a:spLocks noGrp="1"/>
          </p:cNvSpPr>
          <p:nvPr>
            <p:ph type="body" idx="3"/>
          </p:nvPr>
        </p:nvSpPr>
        <p:spPr>
          <a:xfrm>
            <a:off x="60960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Body Placeholder 5"/>
          <p:cNvSpPr>
            <a:spLocks noGrp="1"/>
          </p:cNvSpPr>
          <p:nvPr>
            <p:ph type="body" idx="4"/>
          </p:nvPr>
        </p:nvSpPr>
        <p:spPr>
          <a:xfrm>
            <a:off x="6339840" y="1371600"/>
            <a:ext cx="5242560" cy="4800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t Placeholder 6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tr Placeholder 7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dNum Placeholder 8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t Placeholder 2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tr Placeholder 3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dNum Placeholder 4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 Placeholder 2"/>
          <p:cNvSpPr>
            <a:spLocks noGrp="1"/>
          </p:cNvSpPr>
          <p:nvPr>
            <p:ph type="pic" idx="1"/>
          </p:nvPr>
        </p:nvSpPr>
        <p:spPr>
          <a:xfrm>
            <a:off x="4389120" y="1577340"/>
            <a:ext cx="719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Body Placeholder 3"/>
          <p:cNvSpPr>
            <a:spLocks noGrp="1"/>
          </p:cNvSpPr>
          <p:nvPr>
            <p:ph type="body" idx="2"/>
          </p:nvPr>
        </p:nvSpPr>
        <p:spPr>
          <a:xfrm>
            <a:off x="609600" y="1577340"/>
            <a:ext cx="329184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t Placeholder 4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tr Placeholder 5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dNum Placeholder 6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idx="0"/>
          </p:nvPr>
        </p:nvSpPr>
        <p:spPr>
          <a:xfrm>
            <a:off x="609600" y="274320"/>
            <a:ext cx="10972800" cy="10287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Obj Placeholder 2"/>
          <p:cNvSpPr>
            <a:spLocks noGrp="1"/>
          </p:cNvSpPr>
          <p:nvPr>
            <p:ph type="obj" idx="1"/>
          </p:nvPr>
        </p:nvSpPr>
        <p:spPr>
          <a:xfrm>
            <a:off x="609600" y="1577340"/>
            <a:ext cx="1097280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t Placeholder 3"/>
          <p:cNvSpPr>
            <a:spLocks noGrp="1"/>
          </p:cNvSpPr>
          <p:nvPr>
            <p:ph type="dt" idx="10"/>
          </p:nvPr>
        </p:nvSpPr>
        <p:spPr>
          <a:xfrm>
            <a:off x="609600" y="6309360"/>
            <a:ext cx="304800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tr Placeholder 4"/>
          <p:cNvSpPr>
            <a:spLocks noGrp="1"/>
          </p:cNvSpPr>
          <p:nvPr>
            <p:ph type="ftr" idx="11"/>
          </p:nvPr>
        </p:nvSpPr>
        <p:spPr>
          <a:xfrm>
            <a:off x="4023360" y="6309360"/>
            <a:ext cx="4145280" cy="2743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dNum Placeholder 5"/>
          <p:cNvSpPr>
            <a:spLocks noGrp="1"/>
          </p:cNvSpPr>
          <p:nvPr>
            <p:ph type="sldNum" idx="12"/>
          </p:nvPr>
        </p:nvSpPr>
        <p:spPr>
          <a:xfrm>
            <a:off x="9144000" y="6309360"/>
            <a:ext cx="2438400" cy="27432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xmlns:pptx="http://schemas.pptx.ai/pptx/editor-meta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1143000" y="2095500"/>
            <a:ext cx="2857500" cy="1428750"/>
          </a:xfrm>
          <a:prstGeom prst="rect">
            <a:avLst/>
          </a:prstGeom>
          <a:solidFill>
            <a:srgbClr val="4472C4"/>
          </a:solidFill>
        </p:spPr>
        <p:txBody>
          <a:bodyPr wrap="square"/>
          <a:lstStyle/>
          <a:p>
            <a:r>
              <a:rPr lang="en-US" sz="1800" b="1" dirty="0">
                <a:solidFill>
                  <a:srgbClr val="FFFFFF"/>
                </a:solidFill>
              </a:rPr>
              <a:t>ANIMATE ME TOO</a:t>
            </a:r>
          </a:p>
        </p:txBody>
      </p:sp>
    </p:spTree>
  </p:cSld>
  <p:clrMapOvr>
    <a:masterClrMapping/>
  </p:clrMapOvr>
  <p:transition p14:dur="600">
    <p:fade/>
  </p:transition>
  <p:timing>
    <p:tnLst>
      <p:par>
        <p:cTn id="6" dur="indefinite" restart="never" nodeType="tmRoot">
          <p:childTnLst>
            <p:seq concurrent="1" nextAc="seek">
              <p:cTn id="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" presetID="10" presetClass="entr" presetSubtype="0" fill="hold" nodeType="clickEffect" dur="500" grpId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extLst>
      <p:ext uri="{4F2D8E71-9C3A-4B16-A5D8-7E0B2C6F91A3}">
        <pptx:editorTiming xmlns:pptx="http://schemas.pptx.ai/pptx/editor-meta" owned="2:entr"/>
      </p:ext>
    </p:extLst>
  </p:timing>
  <p:extLst>
    <p:ext uri="{A6F62C1B-B45C-4E8A-8B0A-1B3E5F8C8D4A}">
      <pptx:editorMeta>
        <pptx:animations>
          <pptx:animation elementId="2" entrance="fadeIn" durationMs="500" delayMs="0" trigger="onClick"/>
        </pptx:animations>
      </pptx:editorMeta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3</Words>
  <Application>pptx-viewer-sdk</Application>
  <Paragraphs>1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Sound Gallery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