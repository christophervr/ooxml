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image" Target="../media/image900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blipFill>
              <a:blip r:embed="rId1"/>
              <a:stretch>
                <a:fillRect/>
              </a:stretch>
            </a:blipFill>
            <a:ln>
              <a:noFill/>
            </a:ln>
          </c:spPr>
          <c:pictureOptions>
            <c:applyToFront val="1"/>
            <c:applyToSides val="0"/>
            <c:applyToEnd val="0"/>
            <c:pictureFormat val="stretch"/>
          </c:pictureOptions>
          <c:shape val="box"/>
          <c:cat>
            <c:strRef>
              <c:f>Sheet1!$A$2:$A$2</c:f>
              <c:strCache>
                <c:ptCount val="1"/>
                <c:pt idx="0">
                  <c:v>Only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shape val="box"/>
        <c:axId val="411111111"/>
        <c:axId val="422222222"/>
        <c:axId val="433333333"/>
      </c:bar3DChart>
      <c:catAx>
        <c:axId val="411111111"/>
        <c:scaling>
          <c:orientation val="minMax"/>
        </c:scaling>
        <c:delete val="0"/>
        <c:axPos val="b"/>
        <c:crossAx val="422222222"/>
      </c:catAx>
      <c:valAx>
        <c:axId val="422222222"/>
        <c:scaling>
          <c:orientation val="minMax"/>
        </c:scaling>
        <c:delete val="0"/>
        <c:axPos val="l"/>
        <c:crossAx val="411111111"/>
      </c:valAx>
      <c:serAx>
        <c:axId val="433333333"/>
        <c:scaling>
          <c:orientation val="minMax"/>
        </c:scaling>
        <c:delete val="1"/>
        <c:axPos val="b"/>
        <c:crossAx val="422222222"/>
      </c:ser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Bar3DPictureFill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Bar3D Picture-Fill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