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North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5</c:v>
              </c:pt>
              <c:pt idx="2">
                <c:v>6</c:v>
              </c:pt>
            </c:numLit>
          </c:val>
        </c:ser>
        <c:ser>
          <c:idx val="1"/>
          <c:order val="1"/>
          <c:tx>
            <c:v>South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2</c:v>
              </c:pt>
              <c:pt idx="2">
                <c:v>5</c:v>
              </c:pt>
            </c:numLit>
          </c:val>
        </c:ser>
        <c:ser>
          <c:idx val="2"/>
          <c:order val="2"/>
          <c:tx>
            <c:v>West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6</c:v>
              </c:pt>
              <c:pt idx="1">
                <c:v>4</c:v>
              </c:pt>
              <c:pt idx="2">
                <c:v>3</c:v>
              </c:pt>
            </c:numLit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r"/>
      <c:overlay val="0"/>
    </c:legend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></Relationship><Relationship Id="rId3" Type="http://schemas.openxmlformats.org/officeDocument/2006/relationships/image" Target="../media/image1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571500" y="571500"/>
            <a:ext cx="2286000" cy="1333500"/>
          </a:xfrm>
          <a:prstGeom prst="rect">
            <a:avLst/>
          </a:prstGeom>
          <a:solidFill>
            <a:srgbClr val="FF0000"/>
          </a:solidFill>
        </p:spPr>
        <p:txBody>
          <a:bodyPr wrap="square"/>
          <a:lstStyle/>
          <a:p>
            <a:r>
              <a:rPr lang="en-US" dirty="0"/>
              <a:t>GALLERY SHAPE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429000" y="571500"/>
          <a:ext cx="28575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val="2564806668"/>
                    </a:ext>
                  </a:extLst>
                </a:gridCol>
                <a:gridCol w="3048000">
                  <a:extLst>
                    <a:ext uri="{9D8B030D-6E8A-4147-A177-3AD203B41FA5}">
                      <a16:colId val="670486543"/>
                    </a:ext>
                  </a:extLst>
                </a:gridCol>
                <a:gridCol w="3048000">
                  <a:extLst>
                    <a:ext uri="{9D8B030D-6E8A-4147-A177-3AD203B41FA5}">
                      <a16:colId val="1695309308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2A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2C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3A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3C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="571500" y="2476500"/>
          <a:ext cx="3810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2" descr="Gallery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4953000" y="26670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11</Words>
  <Application>pptx-viewer-sdk</Application>
  <Paragraphs>10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Ribbon Galleries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