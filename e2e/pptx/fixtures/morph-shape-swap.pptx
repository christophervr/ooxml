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1143000" y="1714500"/>
            <a:ext cx="1905000" cy="1905000"/>
          </a:xfrm>
          <a:prstGeom prst="triangle">
            <a:avLst/>
          </a:prstGeom>
          <a:solidFill>
            <a:srgbClr val="C0392B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100" b="1" dirty="0"/>
              <a:t>Morph Start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0"/>
          <p:nvPr/>
        </p:nvSpPr>
        <p:spPr>
          <a:xfrm>
            <a:off x="3810000" y="1714500"/>
            <a:ext cx="1905000" cy="1905000"/>
          </a:xfrm>
          <a:prstGeom prst="hexagon">
            <a:avLst/>
          </a:prstGeom>
          <a:solidFill>
            <a:srgbClr val="C0392B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TextBox 4"/>
          <p:cNvSpPr txBox="1"/>
          <p:nvPr/>
        </p:nvSpPr>
        <p:spPr>
          <a:xfrm>
            <a:off x="571500" y="3810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100" b="1" dirty="0"/>
              <a:t>Morph End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000">
        <p159:morph xmlns:p159="http://schemas.microsoft.com/office/powerpoint/2015/09/main"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4</Words>
  <Application>pptx-viewer-sdk</Application>
  <Paragraphs>2</Paragraphs>
  <Slides>2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Morph Shape Swap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