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Axis Bar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  <c:pt idx="4">
                  <c:v>PART 5</c:v>
                </c:pt>
                <c:pt idx="5">
                  <c:v>PART 6</c:v>
                </c:pt>
                <c:pt idx="6">
                  <c:v>PART 7</c:v>
                </c:pt>
                <c:pt idx="7">
                  <c:v>PART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8</c:v>
                </c:pt>
                <c:pt idx="5">
                  <c:v>5</c:v>
                </c:pt>
                <c:pt idx="6">
                  <c:v>8</c:v>
                </c:pt>
                <c:pt idx="7">
                  <c:v>5</c:v>
                </c:pt>
              </c:numCache>
            </c:numRef>
          </c:val>
        </c:ser>
        <c:gapWidth val="150"/>
        <c:axId val="38396416"/>
        <c:axId val="36333824"/>
      </c:barChart>
      <c:catAx>
        <c:axId val="38396416"/>
        <c:scaling>
          <c:orientation val="minMax"/>
        </c:scaling>
        <c:delete val="0"/>
        <c:axPos val="t"/>
        <c:numFmt formatCode="General" sourceLinked="0"/>
        <c:majorTickMark val="out"/>
        <c:minorTickMark val="none"/>
        <c:tickLblPos val="nextTo"/>
        <c:crossAx val="36333824"/>
        <c:crosses val="autoZero"/>
        <c:auto val="1"/>
        <c:lblAlgn val="ctr"/>
        <c:lblOffset val="100"/>
        <c:noMultiLvlLbl val="0"/>
      </c:catAx>
      <c:valAx>
        <c:axId val="3633382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crossAx val="38396416"/>
        <c:crosses val="autoZero"/>
        <c:crossBetween val="between"/>
        <c:majorUnit val="1"/>
      </c:valAx>
      <c:spPr>
        <a:ln>
          <a:noFill/>
        </a:ln>
      </c:spPr>
    </c:plotArea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Top Axis Bar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3</Words>
  <Application>pptx-viewer-sdk</Application>
  <Paragraphs>1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Top Axis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