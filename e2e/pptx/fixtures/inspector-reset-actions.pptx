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png" ContentType="image/png"/>
  <Default Extension="wav" ContentType="audio/x-wav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p>
            <a:r>
              <a:t>Coloured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Alpha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Beta</c:v>
                </c:pt>
              </c:strCache>
            </c:strRef>
          </c:tx>
          <c:spPr>
            <a:solidFill>
              <a:srgbClr val="2980B9"/>
            </a:solidFill>
          </c:spP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2</c:v>
                </c:pt>
              </c:numCache>
            </c:numRef>
          </c:val>
        </c:ser>
        <c:gapWidth val="150"/>
        <c:overlap val="-27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Img" Type="http://schemas.openxmlformats.org/officeDocument/2006/relationships/image" Target="../media/reset-image.png"/><Relationship Id="rIdAudio" Type="http://schemas.openxmlformats.org/officeDocument/2006/relationships/audio" Target="../media/reset-sound.wav"/><Relationship Id="rIdMedia" Type="http://schemas.microsoft.com/office/2007/relationships/media" Target="../media/reset-sound.wav"/><Relationship Id="rIdChart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/>
              <a:t/>
            </a:r>
          </a:p>
        </p:txBody>
      </p:sp>
      <p:pic>
        <p:nvPicPr>
          <p:cNvPr id="101" name="Reset Picture"/>
          <p:cNvPicPr/>
          <p:nvPr/>
        </p:nvPicPr>
        <p:blipFill>
          <a:blip r:embed="rIdImg">
            <a:lum bright="20000"/>
          </a:blip>
          <a:srcRect l="10000"/>
          <a:stretch>
            <a:fillRect/>
          </a:stretch>
        </p:blipFill>
        <p:spPr>
          <a:xfrm>
            <a:off x="571500" y="571500"/>
            <a:ext cx="1905000" cy="1143000"/>
          </a:xfrm>
          <a:prstGeom prst="rect">
            <a:avLst/>
          </a:prstGeom>
        </p:spPr>
      </p:pic>
      <p:pic>
        <p:nvPicPr>
          <p:cNvPr id="102" name="Trimmed Audio"/>
          <p:cNvPicPr/>
          <p:nvPr>
            <a:audioFile r:link="rIdAudio"/>
            <p:extLst>
              <p:ext uri="{DAA4B4D4-6D71-4841-9C94-3DE7FCFB9230}">
                <p14:media xmlns:p14="http://schemas.microsoft.com/office/powerpoint/2010/main" r:embed="rIdMedia">
                  <p14:trim st="500"/>
                </p14:media>
              </p:ext>
            </p:extLst>
          </p:nvPr>
        </p:nvPicPr>
        <p:blipFill>
          <a:blip r:embed="rIdImg"/>
          <a:stretch>
            <a:fillRect/>
          </a:stretch>
        </p:blipFill>
        <p:spPr>
          <a:xfrm>
            <a:off x="3048000" y="571500"/>
            <a:ext cx="952500" cy="952500"/>
          </a:xfrm>
          <a:prstGeom prst="rect">
            <a:avLst/>
          </a:prstGeom>
        </p:spPr>
      </p:pic>
      <p:graphicFrame>
        <p:nvGraphicFramePr>
          <p:cNvPr id="103" name="Coloured Chart"/>
          <p:cNvGraphicFramePr/>
          <p:nvPr/>
        </p:nvGraphicFramePr>
        <p:xfrm>
          <a:off x="571500" y="2190750"/>
          <a:ext cx="3810000" cy="2381250"/>
        </p:xfrm>
        <a:graphic>
          <a:graphicData uri="http://schemas.openxmlformats.org/drawingml/2006/chart">
            <c:chart xmlns:c="http://schemas.openxmlformats.org/drawingml/2006/chart" r:id="rIdChart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Words>0</Words>
  <Application>pptx-viewer-sdk</Application>
  <Paragraphs>0</Paragraphs>
  <Slides>1</Slides>
  <Notes>0</Notes>
  <HiddenSlides>0</HiddenSlide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Inspector Reset Actions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