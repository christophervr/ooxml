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firstSlideNum="45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/>
              <a:t>Slide </a:t>
            </a:r>
            <a:fld id="{B6F15528-21DE-4FAA-801E-634DDDAF4B2B}" type="slidenum">
              <a:rPr sz="4000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/>
              <a:t>Slide </a:t>
            </a:r>
            <a:fld id="{B6F15528-21DE-4FAA-801E-634DDDAF4B2B}" type="slidenum">
              <a:rPr sz="4000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/>
              <a:t>Slide </a:t>
            </a:r>
            <a:fld id="{B6F15528-21DE-4FAA-801E-634DDDAF4B2B}" type="slidenum">
              <a:rPr sz="4000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