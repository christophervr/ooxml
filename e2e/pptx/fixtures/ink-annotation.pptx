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  <Relationship Id="rId2" Type="http://schemas.openxmlformats.org/package/2006/relationships/metadata/core-properties" Target="docProps/core.xml"/>
  <Relationship Id="rId3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xmlns:p14="http://schemas.microsoft.com/office/powerpoint/2010/main" xmlns:p15="http://schemas.microsoft.com/office/powerpoint/2012/main" saveSubsetFonts="1">
  <p:sldMasterIdLst>
    <p:sldMasterId id="2147483648" r:id="rId1"/>
  </p:sldMasterIdLst>
  <p:sldIdLst>
    <p:sldId id="256" r:id="rId6"/>
  </p:sldIdLst>
  <p:sldSz cx="12192000" cy="6858000"/>
  <p:notesSz cx="6858000" cy="12192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>
      <p:cViewPr varScale="1">
        <p:scale>
          <a:sx n="100" d="100"/>
          <a:sy n="100" d="100"/>
        </p:scale>
        <p:origin x="0" y="0"/>
      </p:cViewPr>
    </p:cSldViewPr>
  </p:slideViewPr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></Relationship><Relationship Id="rId2" Type="http://schemas.openxmlformats.org/officeDocument/2006/relationships/theme" Target="theme/theme1.xml"></Relationship><Relationship Id="rId3" Type="http://schemas.openxmlformats.org/officeDocument/2006/relationships/presProps" Target="presProps.xml"></Relationship><Relationship Id="rId4" Type="http://schemas.openxmlformats.org/officeDocument/2006/relationships/viewProps" Target="viewProps.xml"></Relationship><Relationship Id="rId5" Type="http://schemas.openxmlformats.org/officeDocument/2006/relationships/tableStyles" Target="tableStyles.xml"></Relationship><Relationship Id="rId6" Type="http://schemas.openxmlformats.org/officeDocument/2006/relationships/slide" Target="slides/slide1.xml"></Relationship></Relationships>
</file>

<file path=ppt/slideLayouts/_rels/slideLayout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2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3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4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5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6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7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8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9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10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1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slideLayout" Target="../slideLayouts/slideLayout2.xml"/>
  <Relationship Id="rId3" Type="http://schemas.openxmlformats.org/officeDocument/2006/relationships/slideLayout" Target="../slideLayouts/slideLayout3.xml"/>
  <Relationship Id="rId4" Type="http://schemas.openxmlformats.org/officeDocument/2006/relationships/slideLayout" Target="../slideLayouts/slideLayout4.xml"/>
  <Relationship Id="rId5" Type="http://schemas.openxmlformats.org/officeDocument/2006/relationships/slideLayout" Target="../slideLayouts/slideLayout5.xml"/>
  <Relationship Id="rId6" Type="http://schemas.openxmlformats.org/officeDocument/2006/relationships/slideLayout" Target="../slideLayouts/slideLayout6.xml"/>
  <Relationship Id="rId7" Type="http://schemas.openxmlformats.org/officeDocument/2006/relationships/slideLayout" Target="../slideLayouts/slideLayout7.xml"/>
  <Relationship Id="rId8" Type="http://schemas.openxmlformats.org/officeDocument/2006/relationships/slideLayout" Target="../slideLayouts/slideLayout8.xml"/>
  <Relationship Id="rId9" Type="http://schemas.openxmlformats.org/officeDocument/2006/relationships/slideLayout" Target="../slideLayouts/slideLayout9.xml"/>
  <Relationship Id="rId10" Type="http://schemas.openxmlformats.org/officeDocument/2006/relationships/slideLayout" Target="../slideLayouts/slideLayout10.xml"/>
  <Relationship Id="rId11" Type="http://schemas.openxmlformats.org/officeDocument/2006/relationships/slideLayout" Target="../slideLayouts/slideLayout11.xml"/>
  <Relationship Id="rId12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spcBef>
          <a:spcPct val="0"/>
        </a:spcBef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</p:bodyStyle>
    <p:otherStyle>
      <a:defPPr>
        <a:defRPr lang="en-US"/>
      </a:defPPr>
    </p:otherStyle>
  </p:txStyles>
</p:sldMaster>
</file>

<file path=ppt/slides/_rels/slide1.xml.rels><Relationships xmlns="http://schemas.openxmlformats.org/package/2006/relationships"><Relationship Id="rId1" Type="http://schemas.openxmlformats.org/officeDocument/2006/relationships/slideLayout" Target="../slideLayouts/slideLayout7.xml"></Relationship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xmlns:aink="http://schemas.microsoft.com/office/drawing/2010/ink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0" name="Ink 1"/>
          <p:cNvGraphicFramePr/>
          <p:nvPr/>
        </p:nvGraphicFramePr>
        <p:xfrm>
          <a:off x="571500" y="571500"/>
          <a:ext cx="3048000" cy="1905000"/>
        </p:xfrm>
        <a:graphic>
          <a:graphicData uri="http://schemas.microsoft.com/office/drawing/2010/ink">
            <mc:AlternateContent>
              <mc:Choice xmlns:aink="http://schemas.microsoft.com/office/drawing/2010/ink" Requires="aink">
                <aink:ink>
                  <aink:inkBrush brushColor="E91E63" brushSize="3"/>
                  <aink:trace>10,60 22,71 33,81 45,89 57,94 68,95 80,92 92,86 103,78 115,67 127,55 138,45 150,35 162,29 173,25 185,26 197,30 208,37 220,47 232,58 243,69 255,79 267,88 278,93 290,95</aink:trace>
                  <aink:trace>40,96 48,88 56,80 68,56 80,88 96,120 112,152 120,160</aink:trace>
                </aink:ink>
              </mc:Choice>
              <mc:Fallback>
                <p:sp>
                  <p:nvSpPr>
                    <p:cNvPr id="11" name="Ink fallback"/>
                    <p:cNvSpPr/>
                    <p:nvPr/>
                  </p:nvSpPr>
                  <p:spPr>
                    <a:xfrm>
                      <a:off x="571500" y="571500"/>
                      <a:ext cx="3048000" cy="1905000"/>
                    </a:xfrm>
                    <a:prstGeom prst="rect">
                      <a:avLst/>
                    </a:prstGeom>
                  </p:spPr>
                </p:sp>
              </mc:Fallback>
            </mc:AlternateContent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Words>0</Words>
  <Application>pptx-viewer-sdk</Application>
  <Paragraphs>0</Paragraphs>
  <Slides>1</Slides>
  <Notes>0</Notes>
  <HiddenSlides>0</HiddenSlides>
  <ScaleCrop>false</ScaleCrop>
  <LinksUpToDate>false</LinksUpToDate>
  <SharedDoc>false</SharedDoc>
  <HyperlinksChanged>false</HyperlinksChanged>
  <AppVersion>1.0000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Ink Fixture</dc:title>
  <dc:creator>pptx-viewer-sdk</dc:creator>
  <cp:lastModifiedBy>pptx-viewer-sdk</cp:lastModifiedBy>
  <cp:revision>2</cp:revision>
  <dcterms:created xsi:type="dcterms:W3CDTF">2000-01-01T00:00:00Z</dcterms:created>
  <dcterms:modified xsi:type="dcterms:W3CDTF">2000-01-01T00:00:00Z</dcterms:modified>
</cp:coreProperties>
</file>