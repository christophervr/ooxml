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<Relationships xmlns="http://schemas.openxmlformats.org/package/2006/relationships">
  <Relationship Id="rId1" Type="http://schemas.openxmlformats.org/officeDocument/2006/relationships/officeDocument" Target="ppt/presentation.xml"/>
  <Relationship Id="rId2" Type="http://schemas.openxmlformats.org/package/2006/relationships/metadata/core-properties" Target="docProps/core.xml"/>
  <Relationship Id="rId3" Type="http://schemas.openxmlformats.org/officeDocument/2006/relationships/extended-properties" Target="docProps/app.xml"/>
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xmlns:p14="http://schemas.microsoft.com/office/powerpoint/2010/main" xmlns:p15="http://schemas.microsoft.com/office/powerpoint/2012/main" saveSubsetFonts="1">
  <p:sldMasterIdLst>
    <p:sldMasterId id="2147483648" r:id="rId1"/>
  </p:sldMasterIdLst>
  <p:sldIdLst>
    <p:sldId id="256" r:id="rId6"/>
  </p:sldIdLst>
  <p:sldSz cx="12192000" cy="6858000"/>
  <p:notesSz cx="6858000" cy="12192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>
      <p:cViewPr varScale="1">
        <p:scale>
          <a:sx n="100" d="100"/>
          <a:sy n="100" d="100"/>
        </p:scale>
        <p:origin x="0" y="0"/>
      </p:cViewPr>
    </p:cSldViewPr>
  </p:slideViewPr>
</p:viewPr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></Relationship><Relationship Id="rId2" Type="http://schemas.openxmlformats.org/officeDocument/2006/relationships/theme" Target="theme/theme1.xml"></Relationship><Relationship Id="rId3" Type="http://schemas.openxmlformats.org/officeDocument/2006/relationships/presProps" Target="presProps.xml"></Relationship><Relationship Id="rId4" Type="http://schemas.openxmlformats.org/officeDocument/2006/relationships/viewProps" Target="viewProps.xml"></Relationship><Relationship Id="rId5" Type="http://schemas.openxmlformats.org/officeDocument/2006/relationships/tableStyles" Target="tableStyles.xml"></Relationship><Relationship Id="rId6" Type="http://schemas.openxmlformats.org/officeDocument/2006/relationships/slide" Target="slides/slide1.xml"></Relationship></Relationships>
</file>

<file path=ppt/slideLayouts/_rels/slideLayout1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2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3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4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5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6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7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8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9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10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11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slideLayout" Target="../slideLayouts/slideLayout2.xml"/>
  <Relationship Id="rId3" Type="http://schemas.openxmlformats.org/officeDocument/2006/relationships/slideLayout" Target="../slideLayouts/slideLayout3.xml"/>
  <Relationship Id="rId4" Type="http://schemas.openxmlformats.org/officeDocument/2006/relationships/slideLayout" Target="../slideLayouts/slideLayout4.xml"/>
  <Relationship Id="rId5" Type="http://schemas.openxmlformats.org/officeDocument/2006/relationships/slideLayout" Target="../slideLayouts/slideLayout5.xml"/>
  <Relationship Id="rId6" Type="http://schemas.openxmlformats.org/officeDocument/2006/relationships/slideLayout" Target="../slideLayouts/slideLayout6.xml"/>
  <Relationship Id="rId7" Type="http://schemas.openxmlformats.org/officeDocument/2006/relationships/slideLayout" Target="../slideLayouts/slideLayout7.xml"/>
  <Relationship Id="rId8" Type="http://schemas.openxmlformats.org/officeDocument/2006/relationships/slideLayout" Target="../slideLayouts/slideLayout8.xml"/>
  <Relationship Id="rId9" Type="http://schemas.openxmlformats.org/officeDocument/2006/relationships/slideLayout" Target="../slideLayouts/slideLayout9.xml"/>
  <Relationship Id="rId10" Type="http://schemas.openxmlformats.org/officeDocument/2006/relationships/slideLayout" Target="../slideLayouts/slideLayout10.xml"/>
  <Relationship Id="rId11" Type="http://schemas.openxmlformats.org/officeDocument/2006/relationships/slideLayout" Target="../slideLayouts/slideLayout11.xml"/>
  <Relationship Id="rId12" Type="http://schemas.openxmlformats.org/officeDocument/2006/relationships/theme" Target="../theme/theme1.xml"/>
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spcBef>
          <a:spcPct val="0"/>
        </a:spcBef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</p:bodyStyle>
    <p:otherStyle>
      <a:defPPr>
        <a:defRPr lang="en-US"/>
      </a:defPPr>
    </p:otherStyle>
  </p:txStyles>
</p:sldMaster>
</file>

<file path=ppt/slides/_rels/slide1.xml.rels><Relationships xmlns="http://schemas.openxmlformats.org/package/2006/relationships"><Relationship Id="rId1" Type="http://schemas.openxmlformats.org/officeDocument/2006/relationships/slideLayout" Target="../slideLayouts/slideLayout7.xml"></Relationship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"/>
          <p:cNvSpPr/>
          <p:nvPr/>
        </p:nvSpPr>
        <p:spPr>
          <a:xfrm>
            <a:off x="381000" y="381000"/>
            <a:ext cx="2476500" cy="1524000"/>
          </a:xfrm>
          <a:prstGeom prst="rect">
            <a:avLst/>
          </a:prstGeom>
          <a:noFill/>
          <a:ln>
            <a:solidFill>
              <a:srgbClr val="808080"/>
            </a:solidFill>
          </a:ln>
        </p:spPr>
        <p:txBody>
          <a:bodyPr wrap="square" anchor="t">
            <a:noAutofit/>
          </a:bodyPr>
          <a:lstStyle/>
          <a:p>
            <a:pPr algn="l"/>
            <a:r>
              <a:rPr lang="en-US" sz="1000" dirty="0">
                <a:latin typeface="Arial"/>
                <a:cs typeface="Arial"/>
              </a:rPr>
              <a:t>RECT CONTROL wrapped filler text used to measure the plain box inset baseline</a:t>
            </a:r>
          </a:p>
        </p:txBody>
      </p:sp>
      <p:sp>
        <p:nvSpPr>
          <p:cNvPr id="3" name="chevron"/>
          <p:cNvSpPr/>
          <p:nvPr/>
        </p:nvSpPr>
        <p:spPr>
          <a:xfrm>
            <a:off x="3238500" y="381000"/>
            <a:ext cx="2476500" cy="1524000"/>
          </a:xfrm>
          <a:prstGeom prst="chevron">
            <a:avLst/>
          </a:prstGeom>
          <a:noFill/>
          <a:ln>
            <a:solidFill>
              <a:srgbClr val="808080"/>
            </a:solidFill>
          </a:ln>
        </p:spPr>
        <p:txBody>
          <a:bodyPr wrap="square" anchor="t">
            <a:noAutofit/>
          </a:bodyPr>
          <a:lstStyle/>
          <a:p>
            <a:pPr algn="l"/>
            <a:r>
              <a:rPr lang="en-US" sz="1000" dirty="0">
                <a:latin typeface="Arial"/>
                <a:cs typeface="Arial"/>
              </a:rPr>
              <a:t>CHEVRON wrapped filler text used to measure the arrow text rectangle inset</a:t>
            </a:r>
          </a:p>
        </p:txBody>
      </p:sp>
      <p:sp>
        <p:nvSpPr>
          <p:cNvPr id="4" name="homePlate"/>
          <p:cNvSpPr/>
          <p:nvPr/>
        </p:nvSpPr>
        <p:spPr>
          <a:xfrm>
            <a:off x="6096000" y="381000"/>
            <a:ext cx="2476500" cy="1524000"/>
          </a:xfrm>
          <a:prstGeom prst="homePlate">
            <a:avLst/>
          </a:prstGeom>
          <a:noFill/>
          <a:ln>
            <a:solidFill>
              <a:srgbClr val="808080"/>
            </a:solidFill>
          </a:ln>
        </p:spPr>
        <p:txBody>
          <a:bodyPr wrap="square" anchor="t">
            <a:noAutofit/>
          </a:bodyPr>
          <a:lstStyle/>
          <a:p>
            <a:pPr algn="l"/>
            <a:r>
              <a:rPr lang="en-US" sz="1000" dirty="0">
                <a:latin typeface="Arial"/>
                <a:cs typeface="Arial"/>
              </a:rPr>
              <a:t>HOMEPLATE wrapped filler text used to measure the pentagon text rectangle inset</a:t>
            </a:r>
          </a:p>
        </p:txBody>
      </p:sp>
      <p:sp>
        <p:nvSpPr>
          <p:cNvPr id="5" name="star5"/>
          <p:cNvSpPr/>
          <p:nvPr/>
        </p:nvSpPr>
        <p:spPr>
          <a:xfrm>
            <a:off x="8953500" y="381000"/>
            <a:ext cx="2476500" cy="1524000"/>
          </a:xfrm>
          <a:prstGeom prst="star5">
            <a:avLst/>
          </a:prstGeom>
          <a:noFill/>
          <a:ln>
            <a:solidFill>
              <a:srgbClr val="808080"/>
            </a:solidFill>
          </a:ln>
        </p:spPr>
        <p:txBody>
          <a:bodyPr wrap="square" anchor="t">
            <a:noAutofit/>
          </a:bodyPr>
          <a:lstStyle/>
          <a:p>
            <a:pPr algn="l"/>
            <a:r>
              <a:rPr lang="en-US" sz="1000" dirty="0">
                <a:latin typeface="Arial"/>
                <a:cs typeface="Arial"/>
              </a:rPr>
              <a:t>STAR5 wrapped filler text used to measure the star text rectangle inset</a:t>
            </a:r>
          </a:p>
        </p:txBody>
      </p:sp>
      <p:sp>
        <p:nvSpPr>
          <p:cNvPr id="6" name="pie"/>
          <p:cNvSpPr/>
          <p:nvPr/>
        </p:nvSpPr>
        <p:spPr>
          <a:xfrm>
            <a:off x="381000" y="2286000"/>
            <a:ext cx="2476500" cy="1524000"/>
          </a:xfrm>
          <a:prstGeom prst="pie">
            <a:avLst/>
          </a:prstGeom>
          <a:noFill/>
          <a:ln>
            <a:solidFill>
              <a:srgbClr val="808080"/>
            </a:solidFill>
          </a:ln>
        </p:spPr>
        <p:txBody>
          <a:bodyPr wrap="square" anchor="t">
            <a:noAutofit/>
          </a:bodyPr>
          <a:lstStyle/>
          <a:p>
            <a:pPr algn="l"/>
            <a:r>
              <a:rPr lang="en-US" sz="1000" dirty="0">
                <a:latin typeface="Arial"/>
                <a:cs typeface="Arial"/>
              </a:rPr>
              <a:t>PIE wrapped filler text used to measure the wedge text rectangle inset</a:t>
            </a:r>
          </a:p>
        </p:txBody>
      </p:sp>
      <p:sp>
        <p:nvSpPr>
          <p:cNvPr id="7" name="flowChartDecision"/>
          <p:cNvSpPr/>
          <p:nvPr/>
        </p:nvSpPr>
        <p:spPr>
          <a:xfrm>
            <a:off x="3238500" y="2286000"/>
            <a:ext cx="2476500" cy="1524000"/>
          </a:xfrm>
          <a:prstGeom prst="flowChartDecision">
            <a:avLst/>
          </a:prstGeom>
          <a:noFill/>
          <a:ln>
            <a:solidFill>
              <a:srgbClr val="808080"/>
            </a:solidFill>
          </a:ln>
        </p:spPr>
        <p:txBody>
          <a:bodyPr wrap="square" anchor="t">
            <a:noAutofit/>
          </a:bodyPr>
          <a:lstStyle/>
          <a:p>
            <a:pPr algn="l"/>
            <a:r>
              <a:rPr lang="en-US" sz="1000" dirty="0">
                <a:latin typeface="Arial"/>
                <a:cs typeface="Arial"/>
              </a:rPr>
              <a:t>DECISION wrapped filler text used to measure the diamond text rectangle inset</a:t>
            </a:r>
          </a:p>
        </p:txBody>
      </p:sp>
      <p:sp>
        <p:nvSpPr>
          <p:cNvPr id="8" name="actionButtonHome"/>
          <p:cNvSpPr/>
          <p:nvPr/>
        </p:nvSpPr>
        <p:spPr>
          <a:xfrm>
            <a:off x="6096000" y="2286000"/>
            <a:ext cx="2476500" cy="1524000"/>
          </a:xfrm>
          <a:prstGeom prst="actionButtonHome">
            <a:avLst/>
          </a:prstGeom>
          <a:noFill/>
          <a:ln>
            <a:solidFill>
              <a:srgbClr val="808080"/>
            </a:solidFill>
          </a:ln>
        </p:spPr>
        <p:txBody>
          <a:bodyPr wrap="square" anchor="t">
            <a:noAutofit/>
          </a:bodyPr>
          <a:lstStyle/>
          <a:p>
            <a:pPr algn="l"/>
            <a:r>
              <a:rPr lang="en-US" sz="1000" dirty="0">
                <a:latin typeface="Arial"/>
                <a:cs typeface="Arial"/>
              </a:rPr>
              <a:t>ACTIONHOME wrapped filler text used to measure the button text rectangle inset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Words>0</Words>
  <Application>pptx-viewer-sdk</Application>
  <Paragraphs>0</Paragraphs>
  <Slides>1</Slides>
  <Notes>0</Notes>
  <HiddenSlides>0</HiddenSlides>
  <ScaleCrop>false</ScaleCrop>
  <LinksUpToDate>false</LinksUpToDate>
  <SharedDoc>false</SharedDoc>
  <HyperlinksChanged>false</HyperlinksChanged>
  <AppVersion>1.0000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Preset Text Insets Fixture</dc:title>
  <dc:creator>pptx-viewer-sdk</dc:creator>
  <cp:lastModifiedBy>pptx-viewer-sdk</cp:lastModifiedBy>
  <cp:revision>2</cp:revision>
  <dcterms:created xsi:type="dcterms:W3CDTF">2000-01-01T00:00:00Z</dcterms:created>
  <dcterms:modified xsi:type="dcterms:W3CDTF">2000-01-01T00:00:00Z</dcterms:modified>
</cp:coreProperties>
</file>