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layout/>
      <c:bar3D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shape val="box"/>
        <c:axId val="111111111"/>
        <c:axId val="222222222"/>
        <c:axId val="333333333"/>
      </c:bar3DChart>
      <c:catAx>
        <c:axId val="111111111"/>
        <c:scaling>
          <c:orientation val="minMax"/>
        </c:scaling>
        <c:delete val="0"/>
        <c:axPos val="l"/>
        <c:crossAx val="222222222"/>
      </c:catAx>
      <c:valAx>
        <c:axId val="222222222"/>
        <c:scaling>
          <c:orientation val="minMax"/>
        </c:scaling>
        <c:delete val="0"/>
        <c:axPos val="b"/>
        <c:crossAx val="111111111"/>
      </c:valAx>
      <c:serAx>
        <c:axId val="333333333"/>
        <c:scaling>
          <c:orientation val="minMax"/>
        </c:scaling>
        <c:delete val="1"/>
        <c:axPos val="b"/>
        <c:crossAx val="222222222"/>
      </c:serAx>
    </c:plotArea>
    <c:legend>
      <c:legendPos val="b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100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/>
              <a:t/>
            </a:r>
          </a:p>
        </p:txBody>
      </p:sp>
      <p:graphicFrame>
        <p:nvGraphicFramePr>
          <p:cNvPr id="200" name="HorizontalBar3D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0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Horizontal Bar3D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