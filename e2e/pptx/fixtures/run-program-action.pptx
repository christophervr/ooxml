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hyperlink" Target="notepad.exe C:\temp\notes.txt" TargetMode="Externa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2" action="ppaction://program"/>
          </p:cNvPr>
          <p:cNvSpPr txBox="0"/>
          <p:nvPr/>
        </p:nvSpPr>
        <p:spPr>
          <a:xfrm>
            <a:off x="1143000" y="1714500"/>
            <a:ext cx="1905000" cy="1905000"/>
          </a:xfrm>
          <a:prstGeom prst="rect">
            <a:avLst/>
          </a:prstGeom>
          <a:solidFill>
            <a:srgbClr val="2E7D32"/>
          </a:solidFill>
        </p:spPr>
        <p:txBody>
          <a:bodyPr wrap="square"/>
          <a:lstStyle/>
          <a:p>
            <a:r>
              <a:rPr lang="en-US"/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571500"/>
          </a:xfrm>
          <a:prstGeom prst="rect">
            <a:avLst/>
          </a:prstGeom>
        </p:spPr>
        <p:txBody>
          <a:bodyPr wrap="square"/>
          <a:lstStyle/>
          <a:p>
            <a:r>
              <a:rPr lang="en-US" sz="2100" b="1" dirty="0"/>
              <a:t>Run Program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3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 Program Action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