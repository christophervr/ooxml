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r>
              <a:rPr lang="en-US" dirty="0">
                <a:solidFill>
                  <a:srgbClr val="FFFFFF"/>
                </a:solidFill>
              </a:rPr>
              <a:t>SLIDE-SHAPE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1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