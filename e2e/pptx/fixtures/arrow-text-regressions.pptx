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1"/>
          <p:cNvSpPr>
            <a:spLocks noGrp="1"/>
          </p:cNvSpPr>
          <p:nvPr>
            <p:ph type="ctrTitle" idx="0"/>
          </p:nvPr>
        </p:nvSpPr>
        <p:spPr>
          <a:xfrm>
            <a:off x="975360" y="1645920"/>
            <a:ext cx="10241280" cy="15087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Placeholder 2"/>
          <p:cNvSpPr>
            <a:spLocks noGrp="1"/>
          </p:cNvSpPr>
          <p:nvPr>
            <p:ph type="subTitle" idx="1"/>
          </p:nvPr>
        </p:nvSpPr>
        <p:spPr>
          <a:xfrm>
            <a:off x="1463040" y="3360420"/>
            <a:ext cx="9265920" cy="13716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577340"/>
            <a:ext cx="1097280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537460"/>
            <a:ext cx="10972800" cy="13716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609600" y="4114800"/>
            <a:ext cx="10972800" cy="15773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Obj Placeholder 3"/>
          <p:cNvSpPr>
            <a:spLocks noGrp="1"/>
          </p:cNvSpPr>
          <p:nvPr>
            <p:ph type="obj" idx="2"/>
          </p:nvPr>
        </p:nvSpPr>
        <p:spPr>
          <a:xfrm>
            <a:off x="633984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t Placeholder 4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Ftr Placeholder 5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dNum Placeholder 6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Obj Placeholder 3"/>
          <p:cNvSpPr>
            <a:spLocks noGrp="1"/>
          </p:cNvSpPr>
          <p:nvPr>
            <p:ph type="obj" idx="2"/>
          </p:nvPr>
        </p:nvSpPr>
        <p:spPr>
          <a:xfrm>
            <a:off x="633984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Body Placeholder 4"/>
          <p:cNvSpPr>
            <a:spLocks noGrp="1"/>
          </p:cNvSpPr>
          <p:nvPr>
            <p:ph type="body" idx="3"/>
          </p:nvPr>
        </p:nvSpPr>
        <p:spPr>
          <a:xfrm>
            <a:off x="609600" y="1371600"/>
            <a:ext cx="5242560" cy="4800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Body Placeholder 5"/>
          <p:cNvSpPr>
            <a:spLocks noGrp="1"/>
          </p:cNvSpPr>
          <p:nvPr>
            <p:ph type="body" idx="4"/>
          </p:nvPr>
        </p:nvSpPr>
        <p:spPr>
          <a:xfrm>
            <a:off x="6339840" y="1371600"/>
            <a:ext cx="5242560" cy="4800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t Placeholder 6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Ftr Placeholder 7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dNum Placeholder 8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t Placeholder 2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tr Placeholder 3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dNum Placeholder 4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4389120" y="1577340"/>
            <a:ext cx="719328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Body Placeholder 3"/>
          <p:cNvSpPr>
            <a:spLocks noGrp="1"/>
          </p:cNvSpPr>
          <p:nvPr>
            <p:ph type="body" idx="2"/>
          </p:nvPr>
        </p:nvSpPr>
        <p:spPr>
          <a:xfrm>
            <a:off x="609600" y="1577340"/>
            <a:ext cx="329184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t Placeholder 4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Ftr Placeholder 5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dNum Placeholder 6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 Placeholder 2"/>
          <p:cNvSpPr>
            <a:spLocks noGrp="1"/>
          </p:cNvSpPr>
          <p:nvPr>
            <p:ph type="pic" idx="1"/>
          </p:nvPr>
        </p:nvSpPr>
        <p:spPr>
          <a:xfrm>
            <a:off x="4389120" y="1577340"/>
            <a:ext cx="719328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Body Placeholder 3"/>
          <p:cNvSpPr>
            <a:spLocks noGrp="1"/>
          </p:cNvSpPr>
          <p:nvPr>
            <p:ph type="body" idx="2"/>
          </p:nvPr>
        </p:nvSpPr>
        <p:spPr>
          <a:xfrm>
            <a:off x="609600" y="1577340"/>
            <a:ext cx="329184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t Placeholder 4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Ftr Placeholder 5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dNum Placeholder 6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577340"/>
            <a:ext cx="1097280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577340"/>
            <a:ext cx="1097280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6250" y="476250"/>
            <a:ext cx="4019550" cy="2857500"/>
          </a:xfrm>
          <a:prstGeom prst="rect">
            <a:avLst/>
          </a:prstGeom>
        </p:spPr>
        <p:txBody>
          <a:bodyPr wrap="square"/>
          <a:lstStyle/>
          <a:p>
            <a:r>
              <a:rPr lang="en-US" sz="4800" dirty="0">
                <a:latin typeface="Arial"/>
              </a:rPr>
              <a:t>Testing Anatidae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6250" y="3524250"/>
            <a:ext cx="4019550" cy="2095500"/>
          </a:xfrm>
          <a:prstGeom prst="rect">
            <a:avLst/>
          </a:prstGeom>
        </p:spPr>
        <p:txBody>
          <a:bodyPr wrap="square"/>
          <a:lstStyle/>
          <a:p>
            <a:r>
              <a:rPr lang="en-US" sz="2000" dirty="0">
                <a:latin typeface="Arial"/>
              </a:rPr>
              <a:t>Image By Ams100272 - Own work, CC BY-SA 4.0, https://commons.wikimedia.org/w/index.php?curid=146841823</a:t>
            </a:r>
          </a:p>
        </p:txBody>
      </p:sp>
    </p:spTree>
  </p:cSld>
  <p:clrMapOvr>
    <a:masterClrMapping/>
  </p:clrMapOvr>
  <p:timing>
    <p:tnLst>
      <p:par>
        <p:cTn id="10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11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afterEffect" dur="100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  <p:iterate type="lt">
                                    <p:tmPct val="10000"/>
                                  </p:iterate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 dur="100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  <p:iterate type="lt">
                                    <p:tmPct val="10000"/>
                                  </p:iterate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 3:entr"/>
      </p:ext>
    </p:extLst>
  </p:timing>
  <p:extLst>
    <p:ext uri="{A6F62C1B-B45C-4E8A-8B0A-1B3E5F8C8D4A}">
      <pptx:editorMeta>
        <pptx:animations>
          <pptx:animation elementId="2" entrance="fadeIn" durationMs="100" delayMs="0" trigger="afterPrevious"/>
          <pptx:animation elementId="3" entrance="fadeIn" durationMs="100" delayMs="0" trigger="afterPrevious"/>
        </pptx:animations>
      </pptx:editorMeta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p14:dur="10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762000" y="952500"/>
            <a:ext cx="1905000" cy="952500"/>
          </a:xfrm>
          <a:custGeom>
            <a:avLst/>
            <a:gdLst/>
            <a:ahLst/>
            <a:cxnLst/>
            <a:rect l="l" t="t" r="r" b="b"/>
            <a:pathLst>
              <a:path w="2000" h="1000">
                <a:moveTo>
                  <a:pt x="0" y="1000"/>
                </a:moveTo>
                <a:lnTo>
                  <a:pt x="500" y="500"/>
                </a:lnTo>
                <a:lnTo>
                  <a:pt x="1500" y="100"/>
                </a:lnTo>
                <a:lnTo>
                  <a:pt x="2000" y="0"/>
                </a:lnTo>
              </a:path>
            </a:pathLst>
          </a:custGeom>
          <a:noFill/>
          <a:ln w="28575">
            <a:solidFill>
              <a:srgbClr val="1F4E79"/>
            </a:solidFill>
            <a:tailEnd type="triangle"/>
          </a:ln>
        </p:spPr>
        <p:txBody>
          <a:bodyPr wrap="square"/>
          <a:lstStyle/>
          <a:p>
            <a:r>
              <a:rPr lang="en-US"/>
              <a:t/>
            </a:r>
          </a:p>
        </p:txBody>
      </p:sp>
      <p:cxnSp>
        <p:nvCxnSpPr>
          <p:cNvPr id="3" name="Connector 4"/>
          <p:cNvCxnSpPr/>
          <p:nvPr/>
        </p:nvCxnSpPr>
        <p:spPr>
          <a:xfrm>
            <a:off x="762000" y="2381250"/>
            <a:ext cx="1905000" cy="0"/>
          </a:xfrm>
          <a:prstGeom prst="line">
            <a:avLst/>
          </a:prstGeom>
          <a:ln w="28575">
            <a:solidFill>
              <a:srgbClr val="1F4E79"/>
            </a:solidFill>
            <a:tailEnd type="triangle" w="sm" len="sm"/>
          </a:ln>
        </p:spPr>
      </p:cxnSp>
      <p:cxnSp>
        <p:nvCxnSpPr>
          <p:cNvPr id="4" name="Connector 5"/>
          <p:cNvCxnSpPr/>
          <p:nvPr/>
        </p:nvCxnSpPr>
        <p:spPr>
          <a:xfrm>
            <a:off x="762000" y="3143250"/>
            <a:ext cx="190500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</p:cxnSp>
      <p:cxnSp>
        <p:nvCxnSpPr>
          <p:cNvPr id="5" name="Connector 6"/>
          <p:cNvCxnSpPr/>
          <p:nvPr/>
        </p:nvCxnSpPr>
        <p:spPr>
          <a:xfrm>
            <a:off x="762000" y="3905250"/>
            <a:ext cx="1905000" cy="0"/>
          </a:xfrm>
          <a:prstGeom prst="line">
            <a:avLst/>
          </a:prstGeom>
          <a:ln w="28575">
            <a:solidFill>
              <a:srgbClr val="1F4E79"/>
            </a:solidFill>
            <a:tailEnd type="triangle" w="lg" len="lg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31</Words>
  <Application>pptx-viewer-sdk</Application>
  <Paragraphs>2</Paragraphs>
  <Slides>3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