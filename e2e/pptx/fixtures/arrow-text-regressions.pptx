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Relationship Id="rId7" Type="http://schemas.openxmlformats.org/officeDocument/2006/relationships/slide" Target="slides/slide2.xml"></Relationship><Relationship Id="rId8" Type="http://schemas.openxmlformats.org/officeDocument/2006/relationships/slide" Target="slides/slide3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ptx="http://schemas.pptx.ai/pptx/editor-meta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6250" y="476250"/>
            <a:ext cx="4019550" cy="2857500"/>
          </a:xfrm>
          <a:prstGeom prst="rect">
            <a:avLst/>
          </a:prstGeom>
        </p:spPr>
        <p:txBody>
          <a:bodyPr wrap="square"/>
          <a:lstStyle/>
          <a:p>
            <a:r>
              <a:rPr lang="en-US" sz="4800" dirty="0">
                <a:latin typeface="Arial"/>
              </a:rPr>
              <a:t>Testing Anatidae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6250" y="3524250"/>
            <a:ext cx="4019550" cy="2095500"/>
          </a:xfrm>
          <a:prstGeom prst="rect">
            <a:avLst/>
          </a:prstGeom>
        </p:spPr>
        <p:txBody>
          <a:bodyPr wrap="square"/>
          <a:lstStyle/>
          <a:p>
            <a:r>
              <a:rPr lang="en-US" sz="2000" dirty="0">
                <a:latin typeface="Arial"/>
              </a:rPr>
              <a:t>Image By Ams100272 - Own work, CC BY-SA 4.0, https://commons.wikimedia.org/w/index.php?curid=146841823</a:t>
            </a:r>
          </a:p>
        </p:txBody>
      </p:sp>
    </p:spTree>
  </p:cSld>
  <p:clrMapOvr>
    <a:masterClrMapping/>
  </p:clrMapOvr>
  <p:timing>
    <p:tnLst>
      <p:par>
        <p:cTn id="10" dur="indefinite" restart="never" nodeType="tmRoot">
          <p:childTnLst>
            <p:seq concurrent="1" nextAc="seek">
              <p:cTn id="11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11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10" presetClass="entr" presetSubtype="0" fill="hold" nodeType="afterEffect" dur="100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iterate type="lt">
                                    <p:tmPct val="10000"/>
                                  </p:iterate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 dur="100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iterate type="lt">
                                    <p:tmPct val="10000"/>
                                  </p:iterate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extLst>
      <p:ext uri="{4F2D8E71-9C3A-4B16-A5D8-7E0B2C6F91A3}">
        <pptx:editorTiming xmlns:pptx="http://schemas.pptx.ai/pptx/editor-meta" owned="2:entr 3:entr"/>
      </p:ext>
    </p:extLst>
  </p:timing>
  <p:extLst>
    <p:ext uri="{A6F62C1B-B45C-4E8A-8B0A-1B3E5F8C8D4A}">
      <pptx:editorMeta>
        <pptx:animations>
          <pptx:animation elementId="2" entrance="fadeIn" durationMs="100" delayMs="0" trigger="afterPrevious"/>
          <pptx:animation elementId="3" entrance="fadeIn" durationMs="100" delayMs="0" trigger="afterPrevious"/>
        </pptx:animations>
      </pptx:editorMeta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p14:dur="100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0"/>
          <p:nvPr/>
        </p:nvSpPr>
        <p:spPr>
          <a:xfrm>
            <a:off x="762000" y="952500"/>
            <a:ext cx="1905000" cy="952500"/>
          </a:xfrm>
          <a:custGeom>
            <a:avLst/>
            <a:gdLst/>
            <a:ahLst/>
            <a:cxnLst/>
            <a:rect l="l" t="t" r="r" b="b"/>
            <a:pathLst>
              <a:path w="2000" h="1000">
                <a:moveTo>
                  <a:pt x="0" y="1000"/>
                </a:moveTo>
                <a:lnTo>
                  <a:pt x="500" y="500"/>
                </a:lnTo>
                <a:lnTo>
                  <a:pt x="1500" y="100"/>
                </a:lnTo>
                <a:lnTo>
                  <a:pt x="2000" y="0"/>
                </a:lnTo>
              </a:path>
            </a:pathLst>
          </a:custGeom>
          <a:noFill/>
          <a:ln w="28575">
            <a:solidFill>
              <a:srgbClr val="1F4E79"/>
            </a:solidFill>
            <a:tailEnd type="triangle"/>
          </a:ln>
        </p:spPr>
        <p:txBody>
          <a:bodyPr wrap="square"/>
          <a:lstStyle/>
          <a:p>
            <a:r>
              <a:rPr lang="en-US"/>
              <a:t/>
            </a:r>
          </a:p>
        </p:txBody>
      </p:sp>
      <p:cxnSp>
        <p:nvCxnSpPr>
          <p:cNvPr id="3" name="Connector 4"/>
          <p:cNvCxnSpPr/>
          <p:nvPr/>
        </p:nvCxnSpPr>
        <p:spPr>
          <a:xfrm>
            <a:off x="762000" y="2381250"/>
            <a:ext cx="1905000" cy="0"/>
          </a:xfrm>
          <a:prstGeom prst="line">
            <a:avLst/>
          </a:prstGeom>
          <a:ln w="28575">
            <a:solidFill>
              <a:srgbClr val="1F4E79"/>
            </a:solidFill>
            <a:tailEnd type="triangle" w="sm" len="sm"/>
          </a:ln>
        </p:spPr>
      </p:cxnSp>
      <p:cxnSp>
        <p:nvCxnSpPr>
          <p:cNvPr id="4" name="Connector 5"/>
          <p:cNvCxnSpPr/>
          <p:nvPr/>
        </p:nvCxnSpPr>
        <p:spPr>
          <a:xfrm>
            <a:off x="762000" y="3143250"/>
            <a:ext cx="1905000" cy="0"/>
          </a:xfrm>
          <a:prstGeom prst="line">
            <a:avLst/>
          </a:prstGeom>
          <a:ln w="28575">
            <a:solidFill>
              <a:srgbClr val="1F4E79"/>
            </a:solidFill>
            <a:tailEnd type="triangle" w="med" len="med"/>
          </a:ln>
        </p:spPr>
      </p:cxnSp>
      <p:cxnSp>
        <p:nvCxnSpPr>
          <p:cNvPr id="5" name="Connector 6"/>
          <p:cNvCxnSpPr/>
          <p:nvPr/>
        </p:nvCxnSpPr>
        <p:spPr>
          <a:xfrm>
            <a:off x="762000" y="3905250"/>
            <a:ext cx="1905000" cy="0"/>
          </a:xfrm>
          <a:prstGeom prst="line">
            <a:avLst/>
          </a:prstGeom>
          <a:ln w="28575">
            <a:solidFill>
              <a:srgbClr val="1F4E79"/>
            </a:solidFill>
            <a:tailEnd type="triangle" w="lg" len="lg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31</Words>
  <Application>pptx-viewer-sdk</Application>
  <Paragraphs>2</Paragraphs>
  <Slides>3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