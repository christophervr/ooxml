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in"/>
          <p:cNvSpPr/>
          <p:nvPr/>
        </p:nvSpPr>
        <p:spPr>
          <a:xfrm>
            <a:off x="914400" y="914400"/>
            <a:ext cx="1828800" cy="12192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encilSketch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y-lum-alpha"/>
          <p:cNvSpPr/>
          <p:nvPr/>
        </p:nvSpPr>
        <p:spPr>
          <a:xfrm>
            <a:off x="914400" y="914400"/>
            <a:ext cx="1828800" cy="1219200"/>
          </a:xfrm>
          <a:prstGeom prst="rect">
            <a:avLst/>
          </a:prstGeom>
          <a:blipFill>
            <a:blip r:embed="rId2">
              <a:grayscl/>
              <a:lum bright="15000" contrast="25000"/>
              <a:alphaModFix amt="70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uotone"/>
          <p:cNvSpPr/>
          <p:nvPr/>
        </p:nvSpPr>
        <p:spPr>
          <a:xfrm>
            <a:off x="914400" y="914400"/>
            <a:ext cx="1828800" cy="1219200"/>
          </a:xfrm>
          <a:prstGeom prst="rect">
            <a:avLst/>
          </a:prstGeom>
          <a:blipFill>
            <a:blip r:embed="rId2">
              <a:duotone>
                <a:srgbClr val="113355"/>
                <a:srgbClr val="FFCC22"/>
              </a:duotone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pha-bilevel"/>
          <p:cNvSpPr/>
          <p:nvPr/>
        </p:nvSpPr>
        <p:spPr>
          <a:xfrm>
            <a:off x="914400" y="914400"/>
            <a:ext cx="1828800" cy="1219200"/>
          </a:xfrm>
          <a:prstGeom prst="rect">
            <a:avLst/>
          </a:prstGeom>
          <a:blipFill>
            <a:blip r:embed="rId2">
              <a:alphaBiLevel thresh="60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evel"/>
          <p:cNvSpPr/>
          <p:nvPr/>
        </p:nvSpPr>
        <p:spPr>
          <a:xfrm>
            <a:off x="914400" y="914400"/>
            <a:ext cx="1828800" cy="1219200"/>
          </a:xfrm>
          <a:prstGeom prst="rect">
            <a:avLst/>
          </a:prstGeom>
          <a:blipFill>
            <a:blip r:embed="rId2">
              <a:biLevel thresh="50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le-flip-offset"/>
          <p:cNvSpPr/>
          <p:nvPr/>
        </p:nvSpPr>
        <p:spPr>
          <a:xfrm>
            <a:off x="914400" y="914400"/>
            <a:ext cx="1828800" cy="1219200"/>
          </a:xfrm>
          <a:prstGeom prst="rect">
            <a:avLst/>
          </a:prstGeom>
          <a:blipFill>
            <a:blip r:embed="rId2"/>
            <a:srcRect l="10000" r="10000"/>
            <a:tile tx="95250" ty="-47625" sx="150000" sy="150000" flip="xy" algn="ctr"/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l-rect"/>
          <p:cNvSpPr/>
          <p:nvPr/>
        </p:nvSpPr>
        <p:spPr>
          <a:xfrm>
            <a:off x="914400" y="914400"/>
            <a:ext cx="1828800" cy="1219200"/>
          </a:xfrm>
          <a:prstGeom prst="rect">
            <a:avLst/>
          </a:prstGeom>
          <a:blipFill>
            <a:blip r:embed="rId2"/>
            <a:stretch>
              <a:fillRect l="15000" t="10000" r="25000" b="20000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-with-shape-false"/>
          <p:cNvSpPr/>
          <p:nvPr/>
        </p:nvSpPr>
        <p:spPr>
          <a:xfrm rot="1800000">
            <a:off x="914400" y="914400"/>
            <a:ext cx="1828800" cy="1219200"/>
          </a:xfrm>
          <a:prstGeom prst="rect">
            <a:avLst/>
          </a:prstGeom>
          <a:blipFill rotWithShape="0">
            <a:blip r:embed="rId2"/>
            <a:tile sx="200000" sy="200000" algn="ctr"/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r-repl"/>
          <p:cNvSpPr/>
          <p:nvPr/>
        </p:nvSpPr>
        <p:spPr>
          <a:xfrm>
            <a:off x="914400" y="914400"/>
            <a:ext cx="1828800" cy="1219200"/>
          </a:xfrm>
          <a:prstGeom prst="rect">
            <a:avLst/>
          </a:prstGeom>
          <a:blipFill>
            <a:blip r:embed="rId2">
              <a:clrRepl>
                <a:srgbClr val="FF7700"/>
              </a:clrRepl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r-change"/>
          <p:cNvSpPr/>
          <p:nvPr/>
        </p:nvSpPr>
        <p:spPr>
          <a:xfrm>
            <a:off x="914400" y="914400"/>
            <a:ext cx="1828800" cy="1219200"/>
          </a:xfrm>
          <a:prstGeom prst="rect">
            <a:avLst/>
          </a:prstGeom>
          <a:blipFill>
            <a:blip r:embed="rId2">
              <a:clrChange useA="0">
                <a:clrFrom>
                  <a:srgbClr val="FF0000"/>
                </a:clrFrom>
                <a:clrTo>
                  <a:srgbClr val="FFFF00"/>
                </a:clrTo>
              </a:clrChange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sl"/>
          <p:cNvSpPr/>
          <p:nvPr/>
        </p:nvSpPr>
        <p:spPr>
          <a:xfrm>
            <a:off x="914400" y="914400"/>
            <a:ext cx="1828800" cy="1219200"/>
          </a:xfrm>
          <a:prstGeom prst="rect">
            <a:avLst/>
          </a:prstGeom>
          <a:blipFill>
            <a:blip r:embed="rId2">
              <a:hsl hue="1800000" sat="50000" lum="20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nt"/>
          <p:cNvSpPr/>
          <p:nvPr/>
        </p:nvSpPr>
        <p:spPr>
          <a:xfrm>
            <a:off x="914400" y="914400"/>
            <a:ext cx="1828800" cy="1219200"/>
          </a:xfrm>
          <a:prstGeom prst="rect">
            <a:avLst/>
          </a:prstGeom>
          <a:blipFill>
            <a:blip r:embed="rId2">
              <a:tint hue="3600000" amt="30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ur"/>
          <p:cNvSpPr/>
          <p:nvPr/>
        </p:nvSpPr>
        <p:spPr>
          <a:xfrm>
            <a:off x="914400" y="914400"/>
            <a:ext cx="1828800" cy="1219200"/>
          </a:xfrm>
          <a:prstGeom prst="rect">
            <a:avLst/>
          </a:prstGeom>
          <a:blipFill>
            <a:blip r:embed="rId2">
              <a:blur rad="19050" grow="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pha-inv"/>
          <p:cNvSpPr/>
          <p:nvPr/>
        </p:nvSpPr>
        <p:spPr>
          <a:xfrm>
            <a:off x="914400" y="914400"/>
            <a:ext cx="1828800" cy="1219200"/>
          </a:xfrm>
          <a:prstGeom prst="rect">
            <a:avLst/>
          </a:prstGeom>
          <a:blipFill>
            <a:blip r:embed="rId2">
              <a:alphaInv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pha-inv-colour"/>
          <p:cNvSpPr/>
          <p:nvPr/>
        </p:nvSpPr>
        <p:spPr>
          <a:xfrm>
            <a:off x="914400" y="914400"/>
            <a:ext cx="1828800" cy="1219200"/>
          </a:xfrm>
          <a:prstGeom prst="rect">
            <a:avLst/>
          </a:prstGeom>
          <a:blipFill>
            <a:blip r:embed="rId2">
              <a:alphaInv>
                <a:srgbClr val="FF7700"/>
              </a:alphaInv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pha-ceiling"/>
          <p:cNvSpPr/>
          <p:nvPr/>
        </p:nvSpPr>
        <p:spPr>
          <a:xfrm>
            <a:off x="914400" y="914400"/>
            <a:ext cx="1828800" cy="1219200"/>
          </a:xfrm>
          <a:prstGeom prst="rect">
            <a:avLst/>
          </a:prstGeom>
          <a:blipFill>
            <a:blip r:embed="rId2">
              <a:alphaCeiling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pha-floor"/>
          <p:cNvSpPr/>
          <p:nvPr/>
        </p:nvSpPr>
        <p:spPr>
          <a:xfrm>
            <a:off x="914400" y="914400"/>
            <a:ext cx="1828800" cy="1219200"/>
          </a:xfrm>
          <a:prstGeom prst="rect">
            <a:avLst/>
          </a:prstGeom>
          <a:blipFill>
            <a:blip r:embed="rId2">
              <a:alphaFloor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pha-mod"/>
          <p:cNvSpPr/>
          <p:nvPr/>
        </p:nvSpPr>
        <p:spPr>
          <a:xfrm>
            <a:off x="914400" y="914400"/>
            <a:ext cx="1828800" cy="1219200"/>
          </a:xfrm>
          <a:prstGeom prst="rect">
            <a:avLst/>
          </a:prstGeom>
          <a:blipFill>
            <a:blip r:embed="rId2">
              <a:alphaMod>
                <a:cont name="">
                  <a:alphaModFix amt="50000"/>
                </a:cont>
              </a:alphaMod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pha-repl"/>
          <p:cNvSpPr/>
          <p:nvPr/>
        </p:nvSpPr>
        <p:spPr>
          <a:xfrm>
            <a:off x="914400" y="914400"/>
            <a:ext cx="1828800" cy="1219200"/>
          </a:xfrm>
          <a:prstGeom prst="rect">
            <a:avLst/>
          </a:prstGeom>
          <a:blipFill>
            <a:blip r:embed="rId2">
              <a:alphaRepl a="40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pptx-viewer-sdk</dc:creator>
  <cp:lastModifiedBy>Christopher van Rooyen</cp:lastModifiedBy>
  <cp:revision>2</cp:revision>
  <dcterms:created xsi:type="dcterms:W3CDTF">2026-10-28T20:30:25Z</dcterms:created>
  <dcterms:modified xsi:type="dcterms:W3CDTF">2026-10-28T20:34:51Z</dcterms:modified>
</cp:coreProperties>
</file>