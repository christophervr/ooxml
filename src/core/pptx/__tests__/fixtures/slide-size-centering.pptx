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0"/>
          <p:nvPr/>
        </p:nvSpPr>
        <p:spPr>
          <a:xfrm>
            <a:off x="1714500" y="2000250"/>
            <a:ext cx="5715000" cy="2286000"/>
          </a:xfrm>
          <a:prstGeom prst="rect">
            <a:avLst/>
          </a:prstGeom>
          <a:solidFill>
            <a:srgbClr val="2375bd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76450" y="2686050"/>
            <a:ext cx="504825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550" dirty="0">
                <a:solidFill>
                  <a:srgbClr val="ffffff"/>
                </a:solidFill>
              </a:rPr>
              <a:t>This content must stay visible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5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size offset reproduction</dc:title>
  <dc:creator>pptx-viewer-sdk</dc:creator>
  <cp:lastModifiedBy>pptx-viewer-sdk</cp:lastModifiedBy>
  <cp:revision>2</cp:revision>
  <dcterms:created xsi:type="dcterms:W3CDTF">2026-10-15T08:45:20Z</dcterms:created>
  <dcterms:modified xsi:type="dcterms:W3CDTF">2026-10-15T08:45:20Z</dcterms:modified>
</cp:coreProperties>
</file>