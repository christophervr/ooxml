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5143500"/>
  <p:notesSz cx="51435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inflate"/>
          <p:cNvSpPr txBox="1"/>
          <p:nvPr/>
        </p:nvSpPr>
        <p:spPr>
          <a:xfrm>
            <a:off x="254000" y="254000"/>
            <a:ext cx="2794000" cy="1016000"/>
          </a:xfrm>
          <a:prstGeom prst="rect">
            <a:avLst/>
          </a:prstGeom>
          <a:noFill/>
        </p:spPr>
        <p:txBody>
          <a:bodyPr wrap="none">
            <a:prstTxWarp prst="textInflate">
              <a:avLst/>
            </a:prstTxWarp>
          </a:bodyPr>
          <a:lstStyle/>
          <a:p>
            <a:pPr algn="ctr"/>
            <a:r>
              <a:rPr lang="en-US" sz="3200" b="1">
                <a:solidFill>
                  <a:srgbClr val="2E75B6"/>
                </a:solidFill>
                <a:latin typeface="Arial"/>
              </a:rPr>
              <a:t>Warped</a:t>
            </a:r>
          </a:p>
        </p:txBody>
      </p:sp>
      <p:sp>
        <p:nvSpPr>
          <p:cNvPr id="3" name="deflate"/>
          <p:cNvSpPr txBox="1"/>
          <p:nvPr/>
        </p:nvSpPr>
        <p:spPr>
          <a:xfrm>
            <a:off x="3302000" y="254000"/>
            <a:ext cx="2794000" cy="1016000"/>
          </a:xfrm>
          <a:prstGeom prst="rect">
            <a:avLst/>
          </a:prstGeom>
          <a:noFill/>
        </p:spPr>
        <p:txBody>
          <a:bodyPr wrap="none">
            <a:prstTxWarp prst="textDeflate">
              <a:avLst/>
            </a:prstTxWarp>
          </a:bodyPr>
          <a:lstStyle/>
          <a:p>
            <a:pPr algn="ctr"/>
            <a:r>
              <a:rPr lang="en-US" sz="3200" b="1">
                <a:solidFill>
                  <a:srgbClr val="2E75B6"/>
                </a:solidFill>
                <a:latin typeface="Arial"/>
              </a:rPr>
              <a:t>Warped</a:t>
            </a:r>
          </a:p>
        </p:txBody>
      </p:sp>
      <p:sp>
        <p:nvSpPr>
          <p:cNvPr id="4" name="can-up"/>
          <p:cNvSpPr txBox="1"/>
          <p:nvPr/>
        </p:nvSpPr>
        <p:spPr>
          <a:xfrm>
            <a:off x="6350000" y="254000"/>
            <a:ext cx="2794000" cy="1016000"/>
          </a:xfrm>
          <a:prstGeom prst="rect">
            <a:avLst/>
          </a:prstGeom>
          <a:noFill/>
        </p:spPr>
        <p:txBody>
          <a:bodyPr wrap="none">
            <a:prstTxWarp prst="textCanUp">
              <a:avLst/>
            </a:prstTxWarp>
          </a:bodyPr>
          <a:lstStyle/>
          <a:p>
            <a:pPr algn="ctr"/>
            <a:r>
              <a:rPr lang="en-US" sz="3200" b="1">
                <a:solidFill>
                  <a:srgbClr val="2E75B6"/>
                </a:solidFill>
                <a:latin typeface="Arial"/>
              </a:rPr>
              <a:t>Warped</a:t>
            </a:r>
          </a:p>
        </p:txBody>
      </p:sp>
      <p:sp>
        <p:nvSpPr>
          <p:cNvPr id="5" name="slant-up"/>
          <p:cNvSpPr txBox="1"/>
          <p:nvPr/>
        </p:nvSpPr>
        <p:spPr>
          <a:xfrm>
            <a:off x="254000" y="1524000"/>
            <a:ext cx="2794000" cy="1016000"/>
          </a:xfrm>
          <a:prstGeom prst="rect">
            <a:avLst/>
          </a:prstGeom>
          <a:noFill/>
        </p:spPr>
        <p:txBody>
          <a:bodyPr wrap="none">
            <a:prstTxWarp prst="textSlantUp">
              <a:avLst/>
            </a:prstTxWarp>
          </a:bodyPr>
          <a:lstStyle/>
          <a:p>
            <a:pPr algn="ctr"/>
            <a:r>
              <a:rPr lang="en-US" sz="3200" b="1">
                <a:solidFill>
                  <a:srgbClr val="2E75B6"/>
                </a:solidFill>
                <a:latin typeface="Arial"/>
              </a:rPr>
              <a:t>Warped</a:t>
            </a:r>
          </a:p>
        </p:txBody>
      </p:sp>
      <p:sp>
        <p:nvSpPr>
          <p:cNvPr id="6" name="fade-right"/>
          <p:cNvSpPr txBox="1"/>
          <p:nvPr/>
        </p:nvSpPr>
        <p:spPr>
          <a:xfrm>
            <a:off x="3302000" y="1524000"/>
            <a:ext cx="2794000" cy="1016000"/>
          </a:xfrm>
          <a:prstGeom prst="rect">
            <a:avLst/>
          </a:prstGeom>
          <a:noFill/>
        </p:spPr>
        <p:txBody>
          <a:bodyPr wrap="none">
            <a:prstTxWarp prst="textFadeRight">
              <a:avLst/>
            </a:prstTxWarp>
          </a:bodyPr>
          <a:lstStyle/>
          <a:p>
            <a:pPr algn="ctr"/>
            <a:r>
              <a:rPr lang="en-US" sz="3200" b="1">
                <a:solidFill>
                  <a:srgbClr val="2E75B6"/>
                </a:solidFill>
                <a:latin typeface="Arial"/>
              </a:rPr>
              <a:t>Warped</a:t>
            </a:r>
          </a:p>
        </p:txBody>
      </p:sp>
      <p:sp>
        <p:nvSpPr>
          <p:cNvPr id="7" name="cascade-down"/>
          <p:cNvSpPr txBox="1"/>
          <p:nvPr/>
        </p:nvSpPr>
        <p:spPr>
          <a:xfrm>
            <a:off x="6350000" y="1524000"/>
            <a:ext cx="2794000" cy="1016000"/>
          </a:xfrm>
          <a:prstGeom prst="rect">
            <a:avLst/>
          </a:prstGeom>
          <a:noFill/>
        </p:spPr>
        <p:txBody>
          <a:bodyPr wrap="none">
            <a:prstTxWarp prst="textCascadeDown">
              <a:avLst/>
            </a:prstTxWarp>
          </a:bodyPr>
          <a:lstStyle/>
          <a:p>
            <a:pPr algn="ctr"/>
            <a:r>
              <a:rPr lang="en-US" sz="3200" b="1">
                <a:solidFill>
                  <a:srgbClr val="2E75B6"/>
                </a:solidFill>
                <a:latin typeface="Arial"/>
              </a:rPr>
              <a:t>Warped</a:t>
            </a:r>
          </a:p>
        </p:txBody>
      </p:sp>
      <p:sp>
        <p:nvSpPr>
          <p:cNvPr id="8" name="arch-control"/>
          <p:cNvSpPr txBox="1"/>
          <p:nvPr/>
        </p:nvSpPr>
        <p:spPr>
          <a:xfrm>
            <a:off x="254000" y="2794000"/>
            <a:ext cx="2794000" cy="1016000"/>
          </a:xfrm>
          <a:prstGeom prst="rect">
            <a:avLst/>
          </a:prstGeom>
          <a:noFill/>
        </p:spPr>
        <p:txBody>
          <a:bodyPr wrap="none">
            <a:prstTxWarp prst="textArchUp">
              <a:avLst/>
            </a:prstTxWarp>
          </a:bodyPr>
          <a:lstStyle/>
          <a:p>
            <a:pPr algn="ctr"/>
            <a:r>
              <a:rPr lang="en-US" sz="3200" b="1">
                <a:solidFill>
                  <a:srgbClr val="2E75B6"/>
                </a:solidFill>
                <a:latin typeface="Arial"/>
              </a:rPr>
              <a:t>Warped</a:t>
            </a:r>
          </a:p>
        </p:txBody>
      </p:sp>
      <p:sp>
        <p:nvSpPr>
          <p:cNvPr id="9" name="plain-control"/>
          <p:cNvSpPr txBox="1"/>
          <p:nvPr/>
        </p:nvSpPr>
        <p:spPr>
          <a:xfrm>
            <a:off x="3302000" y="2794000"/>
            <a:ext cx="2794000" cy="1016000"/>
          </a:xfrm>
          <a:prstGeom prst="rect">
            <a:avLst/>
          </a:prstGeom>
          <a:noFill/>
        </p:spPr>
        <p:txBody>
          <a:bodyPr wrap="none">
            <a:prstTxWarp prst="textNoShape">
              <a:avLst/>
            </a:prstTxWarp>
          </a:bodyPr>
          <a:lstStyle/>
          <a:p>
            <a:pPr algn="ctr"/>
            <a:r>
              <a:rPr lang="en-US" sz="3200" b="1">
                <a:solidFill>
                  <a:srgbClr val="2E75B6"/>
                </a:solidFill>
                <a:latin typeface="Arial"/>
              </a:rPr>
              <a:t>Warped</a:t>
            </a:r>
          </a:p>
        </p:txBody>
      </p:sp>
      <p:sp>
        <p:nvSpPr>
          <p:cNvPr id="10" name="inflate-multi"/>
          <p:cNvSpPr txBox="1"/>
          <p:nvPr/>
        </p:nvSpPr>
        <p:spPr>
          <a:xfrm>
            <a:off x="6350000" y="2794000"/>
            <a:ext cx="2794000" cy="2032000"/>
          </a:xfrm>
          <a:prstGeom prst="rect">
            <a:avLst/>
          </a:prstGeom>
          <a:noFill/>
        </p:spPr>
        <p:txBody>
          <a:bodyPr wrap="none">
            <a:prstTxWarp prst="textInflate">
              <a:avLst/>
            </a:prstTxWarp>
          </a:bodyPr>
          <a:lstStyle/>
          <a:p>
            <a:pPr algn="ctr"/>
            <a:r>
              <a:rPr lang="en-US" sz="3200" b="1">
                <a:solidFill>
                  <a:srgbClr val="2E75B6"/>
                </a:solidFill>
                <a:latin typeface="Arial"/>
              </a:rPr>
              <a:t>Top</a:t>
            </a:r>
          </a:p>
          <a:p>
            <a:pPr algn="ctr"/>
            <a:r>
              <a:rPr lang="en-US" sz="3200" b="1">
                <a:solidFill>
                  <a:srgbClr val="2E75B6"/>
                </a:solidFill>
                <a:latin typeface="Arial"/>
              </a:rPr>
              <a:t>Bottom</a:t>
            </a:r>
          </a:p>
        </p:txBody>
      </p:sp>
      <p:sp>
        <p:nvSpPr>
          <p:cNvPr id="11" name="wide-glyph-can"/>
          <p:cNvSpPr txBox="1"/>
          <p:nvPr/>
        </p:nvSpPr>
        <p:spPr>
          <a:xfrm>
            <a:off x="254000" y="3810000"/>
            <a:ext cx="1905000" cy="1016000"/>
          </a:xfrm>
          <a:prstGeom prst="rect">
            <a:avLst/>
          </a:prstGeom>
          <a:noFill/>
        </p:spPr>
        <p:txBody>
          <a:bodyPr wrap="none">
            <a:prstTxWarp prst="textCanUp">
              <a:avLst>
                <a:gd name="adj" fmla="val 66667"/>
              </a:avLst>
            </a:prstTxWarp>
          </a:bodyPr>
          <a:lstStyle/>
          <a:p>
            <a:pPr algn="ctr"/>
            <a:r>
              <a:rPr lang="en-US" sz="6000" b="1">
                <a:solidFill>
                  <a:srgbClr val="2E75B6"/>
                </a:solidFill>
                <a:latin typeface="PptxE2EWideGlyphNoOutlineMatch"/>
              </a:rPr>
              <a:t>MOM</a:t>
            </a:r>
          </a:p>
        </p:txBody>
      </p:sp>
      <p:sp>
        <p:nvSpPr>
          <p:cNvPr id="12" name="plain"/>
          <p:cNvSpPr txBox="1"/>
          <p:nvPr/>
        </p:nvSpPr>
        <p:spPr>
          <a:xfrm>
            <a:off x="3302000" y="3810000"/>
            <a:ext cx="508000" cy="508000"/>
          </a:xfrm>
          <a:prstGeom prst="rect">
            <a:avLst/>
          </a:prstGeom>
          <a:noFill/>
        </p:spPr>
        <p:txBody>
          <a:bodyPr wrap="none">
            <a:prstTxWarp prst="textPlain">
              <a:avLst/>
            </a:prstTxWarp>
          </a:bodyPr>
          <a:lstStyle/>
          <a:p>
            <a:pPr algn="ctr"/>
            <a:r>
              <a:rPr lang="en-US" sz="1400" b="1">
                <a:solidFill>
                  <a:srgbClr val="2E75B6"/>
                </a:solidFill>
                <a:latin typeface="Arial"/>
              </a:rPr>
              <a:t>schedule</a:t>
            </a:r>
          </a:p>
        </p:txBody>
      </p:sp>
      <p:sp>
        <p:nvSpPr>
          <p:cNvPr id="13" name="plain-paragraph"/>
          <p:cNvSpPr txBox="1"/>
          <p:nvPr/>
        </p:nvSpPr>
        <p:spPr>
          <a:xfrm>
            <a:off x="4064000" y="3810000"/>
            <a:ext cx="2159000" cy="1016000"/>
          </a:xfrm>
          <a:prstGeom prst="rect">
            <a:avLst/>
          </a:prstGeom>
          <a:noFill/>
        </p:spPr>
        <p:txBody>
          <a:bodyPr wrap="square">
            <a:prstTxWarp prst="textPlain">
              <a:avLst/>
            </a:prstTxWarp>
          </a:bodyPr>
          <a:lstStyle/>
          <a:p>
            <a:pPr algn="ctr"/>
            <a:r>
              <a:rPr lang="en-US" sz="1200" b="1">
                <a:solidFill>
                  <a:srgbClr val="2E75B6"/>
                </a:solidFill>
                <a:latin typeface="Arial"/>
              </a:rPr>
              <a:t>Plain stretches the wrapped block of text to fill the whole shape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">
  <a:themeElements>
    <a:clrScheme name="T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