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2EF5-DE98-25C5-4CD7-47E4CE703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D370C-BCFC-8175-3FF0-D9AD97784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B178B-006F-F736-BD1E-F51DDFB3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CA1B6-151D-F8D7-BA75-F9E8E6E9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68AA4-0EE3-3680-4B2F-932856B4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6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8FA8-62C0-F87A-FFDF-82BE215C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6292-C29F-F32E-55D0-4D864DF13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C4E0-E27B-311D-6E07-F03E7687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A1CD5-AD73-8221-765C-8C3F6D3B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4CB30-F86C-7E95-F100-30A79A8A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7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6251-0E50-78C7-D936-2B64B6E59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8E4C-C2EF-0F31-3A9B-EA469F65F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8026-3B35-4476-E61A-A99B93EB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A5122-BC82-A2B2-E0A7-08272B18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C695-D455-D33F-D0E4-8407A125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5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36B6-E12C-7E85-3939-D48882D6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8C147-0F6C-8125-1368-0A0E75D95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27F40-DB7D-11B7-E80E-158325C7B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F7799-02FA-F480-8DDD-CD69AB18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BA713-DB35-DDE8-86D2-5B798CF9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F9711-D775-F889-A638-006F8D11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4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BC41-8839-FDBD-FB3F-504AC5B2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03E97-4C2C-6FBA-C2B6-44A4C7376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305C6-48F8-92A4-1AA4-4975E87EA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139A3-8B7F-9232-B499-F7287E1B1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094F2-81BD-4981-82C4-DED638218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EFCC9-3797-B18D-8E96-3850B3C9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2A4D2-CC44-02A3-CEA2-87096076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31525-882D-EAC9-CE91-6684B2F0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46D9-2589-0BBC-F812-2688780E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3EEB2-9668-0E65-7102-553C775A8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CD9FC-A32B-33A1-E34B-CD0FEB56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AEB7E-98A9-CE0F-D11F-A4CFDA41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9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632B0-771A-8E4F-8387-AB766E86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E49C1-A2C0-6EA6-092D-477E205B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C34EA-D44C-BC79-0428-B1D3D8F7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0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1327-6315-2E49-271C-B03D3CC1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006E-E218-98E8-927A-26A2BA76E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1FDF5-D4F8-9894-7C53-4362AA587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C8013-ED0C-262C-6732-2F7A4890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3B0BF-424D-03E1-88D0-E6E4880E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D050A-2EB4-32BC-3359-BF8E610B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7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6F6A-E3A7-10BE-32C1-FA7DD1FD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79E2F-A8D0-C437-2B09-8445DAAB800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7D113-575F-6BAF-D179-7ABDA41D2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E59FD-7EA4-31BC-FADD-F3F40B99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643DD-0E5E-1940-10C0-6E70C6BC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7FB17-CA19-6BAA-F3BB-C1B6DE99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4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38FF-6B3B-44E9-B256-C7CEAB8D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57D6A-A0AF-1B9D-EA78-CEEBF25E3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EA301-976E-D8CA-EB85-C33C06B3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A8266-AFC9-6EFA-9C83-325C57E8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E62CA-313B-B388-FBF7-46345ADD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4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63719-289D-1CD0-54BC-676F7CBBE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228AE-C286-98FC-E98B-00F7E5F52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5E9F0-1C49-A3F3-66A8-7B5879FF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35CE7-B5F2-58D2-E1B5-560823B0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52DC8-1A54-9CE1-6C5D-33E9D058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0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5ABFB-389B-A9D1-7A67-BA3DF600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37154-28CA-25D2-3031-0C49EB266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3D71-FFDA-5BCE-CEA4-DAB4A8F93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C7187-040A-4966-AF2D-68C45E4DF1B2}" type="datetimeFigureOut">
              <a:rPr lang="en-US" smtClean="0"/>
              <a:t>2026-10-16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9B8CE-3036-0B1D-DDE9-D98D7894C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617E4-FE86-F274-FC78-CC5269A5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B7BE6-7DBA-4817-A93A-EB15A8AB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7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0941-BEE5-A251-0B5F-9EBE694D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Theme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BDD3B-C6E6-723F-3209-54AFB1CBA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Body text</a:t>
            </a:r>
          </a:p>
        </p:txBody>
      </p:sp>
      <p:sp>
        <p:nvSpPr>
          <p:cNvPr id="4" name="Styled rectangle">
            <a:extLst>
              <a:ext uri="{FF2B5EF4-FFF2-40B4-BE49-F238E27FC236}">
                <a16:creationId xmlns:a16="http://schemas.microsoft.com/office/drawing/2014/main" id="{34F53B0E-160F-14A2-E02F-BBADF579C1FA}"/>
              </a:ext>
            </a:extLst>
          </p:cNvPr>
          <p:cNvSpPr/>
          <p:nvPr/>
        </p:nvSpPr>
        <p:spPr>
          <a:xfrm>
            <a:off x="762000" y="3810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Auto style</a:t>
            </a:r>
          </a:p>
        </p:txBody>
      </p:sp>
      <p:sp>
        <p:nvSpPr>
          <p:cNvPr id="5" name="Hand filled">
            <a:extLst>
              <a:ext uri="{FF2B5EF4-FFF2-40B4-BE49-F238E27FC236}">
                <a16:creationId xmlns:a16="http://schemas.microsoft.com/office/drawing/2014/main" id="{8C9FB61F-E437-8FCD-3855-9D124ED3439F}"/>
              </a:ext>
            </a:extLst>
          </p:cNvPr>
          <p:cNvSpPr/>
          <p:nvPr/>
        </p:nvSpPr>
        <p:spPr>
          <a:xfrm>
            <a:off x="3810000" y="3810000"/>
            <a:ext cx="2540000" cy="1270000"/>
          </a:xfrm>
          <a:prstGeom prst="roundRect">
            <a:avLst/>
          </a:prstGeom>
          <a:solidFill>
            <a:srgbClr val="FF0000"/>
          </a:solidFill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tense oval">
            <a:extLst>
              <a:ext uri="{FF2B5EF4-FFF2-40B4-BE49-F238E27FC236}">
                <a16:creationId xmlns:a16="http://schemas.microsoft.com/office/drawing/2014/main" id="{5C69BA84-A1B1-D97D-7710-A29B431FF3CD}"/>
              </a:ext>
            </a:extLst>
          </p:cNvPr>
          <p:cNvSpPr/>
          <p:nvPr/>
        </p:nvSpPr>
        <p:spPr>
          <a:xfrm>
            <a:off x="6858000" y="3810000"/>
            <a:ext cx="1524000" cy="127000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le rectangle">
            <a:extLst>
              <a:ext uri="{FF2B5EF4-FFF2-40B4-BE49-F238E27FC236}">
                <a16:creationId xmlns:a16="http://schemas.microsoft.com/office/drawing/2014/main" id="{C0A93EB0-2613-675A-E79D-E4F0204B701A}"/>
              </a:ext>
            </a:extLst>
          </p:cNvPr>
          <p:cNvSpPr/>
          <p:nvPr/>
        </p:nvSpPr>
        <p:spPr>
          <a:xfrm>
            <a:off x="6858000" y="5334000"/>
            <a:ext cx="1524000" cy="762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3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425D-7813-79BF-EB7A-B1FE6D1B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</a:p>
        </p:txBody>
      </p:sp>
    </p:spTree>
    <p:extLst>
      <p:ext uri="{BB962C8B-B14F-4D97-AF65-F5344CB8AC3E}">
        <p14:creationId xmlns:p14="http://schemas.microsoft.com/office/powerpoint/2010/main" val="3935195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Theme styles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2026-10-16T00:56:01Z</dcterms:created>
  <dcterms:modified xsi:type="dcterms:W3CDTF">2026-10-16T00:56:01Z</dcterms:modified>
</cp:coreProperties>
</file>